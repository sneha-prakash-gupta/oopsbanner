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6A9DBC-0B9B-433B-AE89-A1D581441944}">
          <p14:sldIdLst>
            <p14:sldId id="256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1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6F033-EDCC-41F4-9C38-3292D4109DA8}" v="98" dt="2025-08-21T17:14:51.1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556" y="2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eha Gupta" userId="2079aa84310fbf95" providerId="LiveId" clId="{6366F033-EDCC-41F4-9C38-3292D4109DA8}"/>
    <pc:docChg chg="undo custSel addSld delSld modSld sldOrd addSection delSection modSection">
      <pc:chgData name="Sneha Gupta" userId="2079aa84310fbf95" providerId="LiveId" clId="{6366F033-EDCC-41F4-9C38-3292D4109DA8}" dt="2025-08-21T17:14:51.089" v="1157"/>
      <pc:docMkLst>
        <pc:docMk/>
      </pc:docMkLst>
      <pc:sldChg chg="addSp delSp modSp mod ord modTransition setBg modClrScheme chgLayout">
        <pc:chgData name="Sneha Gupta" userId="2079aa84310fbf95" providerId="LiveId" clId="{6366F033-EDCC-41F4-9C38-3292D4109DA8}" dt="2025-08-21T17:14:51.089" v="1157"/>
        <pc:sldMkLst>
          <pc:docMk/>
          <pc:sldMk cId="2895119461" sldId="256"/>
        </pc:sldMkLst>
        <pc:spChg chg="del mod">
          <ac:chgData name="Sneha Gupta" userId="2079aa84310fbf95" providerId="LiveId" clId="{6366F033-EDCC-41F4-9C38-3292D4109DA8}" dt="2025-08-21T15:32:10.045" v="110" actId="700"/>
          <ac:spMkLst>
            <pc:docMk/>
            <pc:sldMk cId="2895119461" sldId="256"/>
            <ac:spMk id="2" creationId="{5C213341-52A8-82A9-0383-CBA8D4569FF7}"/>
          </ac:spMkLst>
        </pc:spChg>
        <pc:spChg chg="del mod">
          <ac:chgData name="Sneha Gupta" userId="2079aa84310fbf95" providerId="LiveId" clId="{6366F033-EDCC-41F4-9C38-3292D4109DA8}" dt="2025-08-21T15:32:10.045" v="110" actId="700"/>
          <ac:spMkLst>
            <pc:docMk/>
            <pc:sldMk cId="2895119461" sldId="256"/>
            <ac:spMk id="3" creationId="{379F0F26-85DB-00AA-9BBC-F61ED5FD82F9}"/>
          </ac:spMkLst>
        </pc:spChg>
        <pc:spChg chg="mod">
          <ac:chgData name="Sneha Gupta" userId="2079aa84310fbf95" providerId="LiveId" clId="{6366F033-EDCC-41F4-9C38-3292D4109DA8}" dt="2025-08-21T15:35:04.640" v="139" actId="1076"/>
          <ac:spMkLst>
            <pc:docMk/>
            <pc:sldMk cId="2895119461" sldId="256"/>
            <ac:spMk id="6" creationId="{266A4449-3B47-BA81-0A11-FF5EC23A6F5C}"/>
          </ac:spMkLst>
        </pc:spChg>
        <pc:spChg chg="del mod">
          <ac:chgData name="Sneha Gupta" userId="2079aa84310fbf95" providerId="LiveId" clId="{6366F033-EDCC-41F4-9C38-3292D4109DA8}" dt="2025-08-21T15:33:34.881" v="116" actId="478"/>
          <ac:spMkLst>
            <pc:docMk/>
            <pc:sldMk cId="2895119461" sldId="256"/>
            <ac:spMk id="7" creationId="{59B7F530-56EA-ADBB-864C-883ECE440132}"/>
          </ac:spMkLst>
        </pc:spChg>
        <pc:spChg chg="mod">
          <ac:chgData name="Sneha Gupta" userId="2079aa84310fbf95" providerId="LiveId" clId="{6366F033-EDCC-41F4-9C38-3292D4109DA8}" dt="2025-08-21T15:34:57.744" v="137" actId="1076"/>
          <ac:spMkLst>
            <pc:docMk/>
            <pc:sldMk cId="2895119461" sldId="256"/>
            <ac:spMk id="8" creationId="{AC5AA402-A3AD-CAD5-6A3F-2D36AD1BF972}"/>
          </ac:spMkLst>
        </pc:spChg>
        <pc:spChg chg="mod">
          <ac:chgData name="Sneha Gupta" userId="2079aa84310fbf95" providerId="LiveId" clId="{6366F033-EDCC-41F4-9C38-3292D4109DA8}" dt="2025-08-21T15:34:35.171" v="130" actId="1076"/>
          <ac:spMkLst>
            <pc:docMk/>
            <pc:sldMk cId="2895119461" sldId="256"/>
            <ac:spMk id="9" creationId="{B9247592-C0ED-E055-5AF9-827C64B6D2C9}"/>
          </ac:spMkLst>
        </pc:spChg>
        <pc:spChg chg="del mod">
          <ac:chgData name="Sneha Gupta" userId="2079aa84310fbf95" providerId="LiveId" clId="{6366F033-EDCC-41F4-9C38-3292D4109DA8}" dt="2025-08-21T15:33:43.910" v="118" actId="478"/>
          <ac:spMkLst>
            <pc:docMk/>
            <pc:sldMk cId="2895119461" sldId="256"/>
            <ac:spMk id="10" creationId="{641B642C-A7B6-B9B4-799A-8AF88F0692CE}"/>
          </ac:spMkLst>
        </pc:spChg>
        <pc:spChg chg="mod">
          <ac:chgData name="Sneha Gupta" userId="2079aa84310fbf95" providerId="LiveId" clId="{6366F033-EDCC-41F4-9C38-3292D4109DA8}" dt="2025-08-21T15:35:02.352" v="138" actId="1076"/>
          <ac:spMkLst>
            <pc:docMk/>
            <pc:sldMk cId="2895119461" sldId="256"/>
            <ac:spMk id="11" creationId="{86CEB3BF-25BC-6213-4C62-912DDDA6FFF2}"/>
          </ac:spMkLst>
        </pc:spChg>
        <pc:spChg chg="mod">
          <ac:chgData name="Sneha Gupta" userId="2079aa84310fbf95" providerId="LiveId" clId="{6366F033-EDCC-41F4-9C38-3292D4109DA8}" dt="2025-08-21T15:34:47.103" v="135" actId="1076"/>
          <ac:spMkLst>
            <pc:docMk/>
            <pc:sldMk cId="2895119461" sldId="256"/>
            <ac:spMk id="12" creationId="{9CDF0E7D-EAF5-4DE7-B313-0301CE671091}"/>
          </ac:spMkLst>
        </pc:spChg>
        <pc:spChg chg="del mod">
          <ac:chgData name="Sneha Gupta" userId="2079aa84310fbf95" providerId="LiveId" clId="{6366F033-EDCC-41F4-9C38-3292D4109DA8}" dt="2025-08-21T15:33:38.566" v="117" actId="478"/>
          <ac:spMkLst>
            <pc:docMk/>
            <pc:sldMk cId="2895119461" sldId="256"/>
            <ac:spMk id="13" creationId="{954A65ED-2C1E-AD3D-A631-E45BB27E05D8}"/>
          </ac:spMkLst>
        </pc:spChg>
        <pc:spChg chg="mod">
          <ac:chgData name="Sneha Gupta" userId="2079aa84310fbf95" providerId="LiveId" clId="{6366F033-EDCC-41F4-9C38-3292D4109DA8}" dt="2025-08-21T15:34:53.162" v="136" actId="1076"/>
          <ac:spMkLst>
            <pc:docMk/>
            <pc:sldMk cId="2895119461" sldId="256"/>
            <ac:spMk id="14" creationId="{77E2A1E6-2F70-AF79-F9C0-AEEEAD0EDA9E}"/>
          </ac:spMkLst>
        </pc:spChg>
        <pc:spChg chg="add mod">
          <ac:chgData name="Sneha Gupta" userId="2079aa84310fbf95" providerId="LiveId" clId="{6366F033-EDCC-41F4-9C38-3292D4109DA8}" dt="2025-08-21T15:37:03.607" v="181" actId="1076"/>
          <ac:spMkLst>
            <pc:docMk/>
            <pc:sldMk cId="2895119461" sldId="256"/>
            <ac:spMk id="15" creationId="{C4C4E733-9EE1-F46C-CAAA-8915B136A801}"/>
          </ac:spMkLst>
        </pc:spChg>
        <pc:spChg chg="add mod">
          <ac:chgData name="Sneha Gupta" userId="2079aa84310fbf95" providerId="LiveId" clId="{6366F033-EDCC-41F4-9C38-3292D4109DA8}" dt="2025-08-21T15:36:51.797" v="180" actId="14100"/>
          <ac:spMkLst>
            <pc:docMk/>
            <pc:sldMk cId="2895119461" sldId="256"/>
            <ac:spMk id="16" creationId="{E0344042-1004-74EB-BE75-B1B228F53CE0}"/>
          </ac:spMkLst>
        </pc:spChg>
        <pc:grpChg chg="mod">
          <ac:chgData name="Sneha Gupta" userId="2079aa84310fbf95" providerId="LiveId" clId="{6366F033-EDCC-41F4-9C38-3292D4109DA8}" dt="2025-08-21T15:35:12.205" v="140" actId="14100"/>
          <ac:grpSpMkLst>
            <pc:docMk/>
            <pc:sldMk cId="2895119461" sldId="256"/>
            <ac:grpSpMk id="5" creationId="{925A5998-0D3A-DB37-7956-A69B9A3D0FA1}"/>
          </ac:grpSpMkLst>
        </pc:grpChg>
        <pc:graphicFrameChg chg="add del modGraphic">
          <ac:chgData name="Sneha Gupta" userId="2079aa84310fbf95" providerId="LiveId" clId="{6366F033-EDCC-41F4-9C38-3292D4109DA8}" dt="2025-08-21T15:32:26.600" v="111" actId="18245"/>
          <ac:graphicFrameMkLst>
            <pc:docMk/>
            <pc:sldMk cId="2895119461" sldId="256"/>
            <ac:graphicFrameMk id="4" creationId="{0104671B-2927-F784-3EC1-D787603F8043}"/>
          </ac:graphicFrameMkLst>
        </pc:graphicFrameChg>
      </pc:sldChg>
      <pc:sldChg chg="addSp delSp modSp del mod setBg">
        <pc:chgData name="Sneha Gupta" userId="2079aa84310fbf95" providerId="LiveId" clId="{6366F033-EDCC-41F4-9C38-3292D4109DA8}" dt="2025-08-21T16:23:13.934" v="389" actId="47"/>
        <pc:sldMkLst>
          <pc:docMk/>
          <pc:sldMk cId="2495798745" sldId="257"/>
        </pc:sldMkLst>
        <pc:spChg chg="mod">
          <ac:chgData name="Sneha Gupta" userId="2079aa84310fbf95" providerId="LiveId" clId="{6366F033-EDCC-41F4-9C38-3292D4109DA8}" dt="2025-08-21T15:37:50.927" v="183" actId="14100"/>
          <ac:spMkLst>
            <pc:docMk/>
            <pc:sldMk cId="2495798745" sldId="257"/>
            <ac:spMk id="2" creationId="{EAABC7BF-84F7-135A-6E6E-5D0EDA79E985}"/>
          </ac:spMkLst>
        </pc:spChg>
        <pc:spChg chg="mod">
          <ac:chgData name="Sneha Gupta" userId="2079aa84310fbf95" providerId="LiveId" clId="{6366F033-EDCC-41F4-9C38-3292D4109DA8}" dt="2025-08-21T16:17:30.835" v="353" actId="21"/>
          <ac:spMkLst>
            <pc:docMk/>
            <pc:sldMk cId="2495798745" sldId="257"/>
            <ac:spMk id="3" creationId="{53A9A223-6367-E130-405C-4F8A291C0281}"/>
          </ac:spMkLst>
        </pc:spChg>
        <pc:picChg chg="add del mod">
          <ac:chgData name="Sneha Gupta" userId="2079aa84310fbf95" providerId="LiveId" clId="{6366F033-EDCC-41F4-9C38-3292D4109DA8}" dt="2025-08-21T15:42:03.083" v="196" actId="21"/>
          <ac:picMkLst>
            <pc:docMk/>
            <pc:sldMk cId="2495798745" sldId="257"/>
            <ac:picMk id="5" creationId="{8C2552EC-962F-AF1D-D107-1C5251164160}"/>
          </ac:picMkLst>
        </pc:picChg>
        <pc:picChg chg="add mod">
          <ac:chgData name="Sneha Gupta" userId="2079aa84310fbf95" providerId="LiveId" clId="{6366F033-EDCC-41F4-9C38-3292D4109DA8}" dt="2025-08-21T15:46:47.244" v="206" actId="1076"/>
          <ac:picMkLst>
            <pc:docMk/>
            <pc:sldMk cId="2495798745" sldId="257"/>
            <ac:picMk id="7" creationId="{56C372F8-0040-EEAE-AF8A-234D7AC3DB58}"/>
          </ac:picMkLst>
        </pc:picChg>
      </pc:sldChg>
      <pc:sldChg chg="addSp modSp del mod setBg">
        <pc:chgData name="Sneha Gupta" userId="2079aa84310fbf95" providerId="LiveId" clId="{6366F033-EDCC-41F4-9C38-3292D4109DA8}" dt="2025-08-21T16:26:36.714" v="396" actId="47"/>
        <pc:sldMkLst>
          <pc:docMk/>
          <pc:sldMk cId="3603095512" sldId="258"/>
        </pc:sldMkLst>
        <pc:picChg chg="add mod">
          <ac:chgData name="Sneha Gupta" userId="2079aa84310fbf95" providerId="LiveId" clId="{6366F033-EDCC-41F4-9C38-3292D4109DA8}" dt="2025-08-21T15:44:33.406" v="204" actId="1076"/>
          <ac:picMkLst>
            <pc:docMk/>
            <pc:sldMk cId="3603095512" sldId="258"/>
            <ac:picMk id="5" creationId="{8C2552EC-962F-AF1D-D107-1C5251164160}"/>
          </ac:picMkLst>
        </pc:picChg>
      </pc:sldChg>
      <pc:sldChg chg="modSp del mod">
        <pc:chgData name="Sneha Gupta" userId="2079aa84310fbf95" providerId="LiveId" clId="{6366F033-EDCC-41F4-9C38-3292D4109DA8}" dt="2025-08-21T16:36:17.674" v="473" actId="47"/>
        <pc:sldMkLst>
          <pc:docMk/>
          <pc:sldMk cId="825833513" sldId="259"/>
        </pc:sldMkLst>
        <pc:spChg chg="mod">
          <ac:chgData name="Sneha Gupta" userId="2079aa84310fbf95" providerId="LiveId" clId="{6366F033-EDCC-41F4-9C38-3292D4109DA8}" dt="2025-08-21T16:29:02.808" v="402" actId="1076"/>
          <ac:spMkLst>
            <pc:docMk/>
            <pc:sldMk cId="825833513" sldId="259"/>
            <ac:spMk id="2" creationId="{B5C837B3-EECF-B7E6-895B-DBEAD680D1C1}"/>
          </ac:spMkLst>
        </pc:spChg>
        <pc:spChg chg="mod">
          <ac:chgData name="Sneha Gupta" userId="2079aa84310fbf95" providerId="LiveId" clId="{6366F033-EDCC-41F4-9C38-3292D4109DA8}" dt="2025-08-21T16:34:09.330" v="456" actId="21"/>
          <ac:spMkLst>
            <pc:docMk/>
            <pc:sldMk cId="825833513" sldId="259"/>
            <ac:spMk id="3" creationId="{54CD4C0C-EF4C-5CBC-101D-3176817C4C1F}"/>
          </ac:spMkLst>
        </pc:spChg>
      </pc:sldChg>
      <pc:sldChg chg="del ord">
        <pc:chgData name="Sneha Gupta" userId="2079aa84310fbf95" providerId="LiveId" clId="{6366F033-EDCC-41F4-9C38-3292D4109DA8}" dt="2025-08-21T16:41:55.539" v="554" actId="47"/>
        <pc:sldMkLst>
          <pc:docMk/>
          <pc:sldMk cId="2374731332" sldId="260"/>
        </pc:sldMkLst>
      </pc:sldChg>
      <pc:sldChg chg="del">
        <pc:chgData name="Sneha Gupta" userId="2079aa84310fbf95" providerId="LiveId" clId="{6366F033-EDCC-41F4-9C38-3292D4109DA8}" dt="2025-08-21T16:41:30.750" v="553" actId="47"/>
        <pc:sldMkLst>
          <pc:docMk/>
          <pc:sldMk cId="924991664" sldId="261"/>
        </pc:sldMkLst>
      </pc:sldChg>
      <pc:sldChg chg="modSp del mod">
        <pc:chgData name="Sneha Gupta" userId="2079aa84310fbf95" providerId="LiveId" clId="{6366F033-EDCC-41F4-9C38-3292D4109DA8}" dt="2025-08-21T16:44:12.673" v="570" actId="47"/>
        <pc:sldMkLst>
          <pc:docMk/>
          <pc:sldMk cId="2147652754" sldId="262"/>
        </pc:sldMkLst>
        <pc:spChg chg="mod">
          <ac:chgData name="Sneha Gupta" userId="2079aa84310fbf95" providerId="LiveId" clId="{6366F033-EDCC-41F4-9C38-3292D4109DA8}" dt="2025-08-21T16:42:57.047" v="557" actId="21"/>
          <ac:spMkLst>
            <pc:docMk/>
            <pc:sldMk cId="2147652754" sldId="262"/>
            <ac:spMk id="3" creationId="{9A202014-CF76-019F-F4FB-9F195463D59F}"/>
          </ac:spMkLst>
        </pc:spChg>
      </pc:sldChg>
      <pc:sldChg chg="del ord">
        <pc:chgData name="Sneha Gupta" userId="2079aa84310fbf95" providerId="LiveId" clId="{6366F033-EDCC-41F4-9C38-3292D4109DA8}" dt="2025-08-21T16:44:50.686" v="576" actId="47"/>
        <pc:sldMkLst>
          <pc:docMk/>
          <pc:sldMk cId="2409016981" sldId="263"/>
        </pc:sldMkLst>
      </pc:sldChg>
      <pc:sldChg chg="addSp delSp modSp new del mod ord setBg">
        <pc:chgData name="Sneha Gupta" userId="2079aa84310fbf95" providerId="LiveId" clId="{6366F033-EDCC-41F4-9C38-3292D4109DA8}" dt="2025-08-21T17:13:19.658" v="1151" actId="2696"/>
        <pc:sldMkLst>
          <pc:docMk/>
          <pc:sldMk cId="262695042" sldId="264"/>
        </pc:sldMkLst>
        <pc:spChg chg="add del mod">
          <ac:chgData name="Sneha Gupta" userId="2079aa84310fbf95" providerId="LiveId" clId="{6366F033-EDCC-41F4-9C38-3292D4109DA8}" dt="2025-08-21T16:06:46.465" v="296" actId="21"/>
          <ac:spMkLst>
            <pc:docMk/>
            <pc:sldMk cId="262695042" sldId="264"/>
            <ac:spMk id="4" creationId="{BD11039D-B6A7-F3A0-0324-831BFCA22B1C}"/>
          </ac:spMkLst>
        </pc:spChg>
        <pc:graphicFrameChg chg="add del mod modGraphic">
          <ac:chgData name="Sneha Gupta" userId="2079aa84310fbf95" providerId="LiveId" clId="{6366F033-EDCC-41F4-9C38-3292D4109DA8}" dt="2025-08-21T17:13:05.384" v="1146" actId="478"/>
          <ac:graphicFrameMkLst>
            <pc:docMk/>
            <pc:sldMk cId="262695042" sldId="264"/>
            <ac:graphicFrameMk id="6" creationId="{355A8685-9AE8-61B1-C3B3-41B6EBBA1D74}"/>
          </ac:graphicFrameMkLst>
        </pc:graphicFrameChg>
        <pc:graphicFrameChg chg="add del mod modGraphic">
          <ac:chgData name="Sneha Gupta" userId="2079aa84310fbf95" providerId="LiveId" clId="{6366F033-EDCC-41F4-9C38-3292D4109DA8}" dt="2025-08-21T17:13:06.893" v="1147" actId="478"/>
          <ac:graphicFrameMkLst>
            <pc:docMk/>
            <pc:sldMk cId="262695042" sldId="264"/>
            <ac:graphicFrameMk id="8" creationId="{707C49B4-8672-5B7D-F840-5821EC2DE0A8}"/>
          </ac:graphicFrameMkLst>
        </pc:graphicFrameChg>
        <pc:graphicFrameChg chg="add del mod modGraphic">
          <ac:chgData name="Sneha Gupta" userId="2079aa84310fbf95" providerId="LiveId" clId="{6366F033-EDCC-41F4-9C38-3292D4109DA8}" dt="2025-08-21T17:13:08.351" v="1148" actId="478"/>
          <ac:graphicFrameMkLst>
            <pc:docMk/>
            <pc:sldMk cId="262695042" sldId="264"/>
            <ac:graphicFrameMk id="10" creationId="{07FA1593-6909-9840-E2B0-A9E7C429EF24}"/>
          </ac:graphicFrameMkLst>
        </pc:graphicFrameChg>
        <pc:graphicFrameChg chg="add del mod modGraphic">
          <ac:chgData name="Sneha Gupta" userId="2079aa84310fbf95" providerId="LiveId" clId="{6366F033-EDCC-41F4-9C38-3292D4109DA8}" dt="2025-08-21T17:13:09.847" v="1149" actId="478"/>
          <ac:graphicFrameMkLst>
            <pc:docMk/>
            <pc:sldMk cId="262695042" sldId="264"/>
            <ac:graphicFrameMk id="12" creationId="{12E59E6B-0F3D-9D7E-8882-8989B4616ECF}"/>
          </ac:graphicFrameMkLst>
        </pc:graphicFrameChg>
        <pc:graphicFrameChg chg="add del mod modGraphic">
          <ac:chgData name="Sneha Gupta" userId="2079aa84310fbf95" providerId="LiveId" clId="{6366F033-EDCC-41F4-9C38-3292D4109DA8}" dt="2025-08-21T17:13:11.420" v="1150" actId="478"/>
          <ac:graphicFrameMkLst>
            <pc:docMk/>
            <pc:sldMk cId="262695042" sldId="264"/>
            <ac:graphicFrameMk id="14" creationId="{52FA6436-454C-07FA-7A8C-F18E89E8B4EC}"/>
          </ac:graphicFrameMkLst>
        </pc:graphicFrameChg>
        <pc:picChg chg="add mod modCrop">
          <ac:chgData name="Sneha Gupta" userId="2079aa84310fbf95" providerId="LiveId" clId="{6366F033-EDCC-41F4-9C38-3292D4109DA8}" dt="2025-08-21T15:53:13.511" v="225" actId="732"/>
          <ac:picMkLst>
            <pc:docMk/>
            <pc:sldMk cId="262695042" sldId="264"/>
            <ac:picMk id="3" creationId="{E422280A-F6C8-E72A-31D8-25C8EA9E0DF2}"/>
          </ac:picMkLst>
        </pc:picChg>
        <pc:cxnChg chg="add del mod">
          <ac:chgData name="Sneha Gupta" userId="2079aa84310fbf95" providerId="LiveId" clId="{6366F033-EDCC-41F4-9C38-3292D4109DA8}" dt="2025-08-21T17:08:26.818" v="1110" actId="478"/>
          <ac:cxnSpMkLst>
            <pc:docMk/>
            <pc:sldMk cId="262695042" sldId="264"/>
            <ac:cxnSpMk id="16" creationId="{285FF065-7E7B-C06B-106F-D98A3D7EEBE0}"/>
          </ac:cxnSpMkLst>
        </pc:cxnChg>
        <pc:cxnChg chg="add del mod">
          <ac:chgData name="Sneha Gupta" userId="2079aa84310fbf95" providerId="LiveId" clId="{6366F033-EDCC-41F4-9C38-3292D4109DA8}" dt="2025-08-21T17:08:24.737" v="1109" actId="478"/>
          <ac:cxnSpMkLst>
            <pc:docMk/>
            <pc:sldMk cId="262695042" sldId="264"/>
            <ac:cxnSpMk id="18" creationId="{11D7EB76-FC2A-0075-7262-91CF9C32C068}"/>
          </ac:cxnSpMkLst>
        </pc:cxnChg>
      </pc:sldChg>
      <pc:sldChg chg="new del">
        <pc:chgData name="Sneha Gupta" userId="2079aa84310fbf95" providerId="LiveId" clId="{6366F033-EDCC-41F4-9C38-3292D4109DA8}" dt="2025-08-21T15:28:32.762" v="1" actId="2696"/>
        <pc:sldMkLst>
          <pc:docMk/>
          <pc:sldMk cId="2148148571" sldId="264"/>
        </pc:sldMkLst>
      </pc:sldChg>
      <pc:sldChg chg="addSp delSp modSp new mod ord modTransition setBg">
        <pc:chgData name="Sneha Gupta" userId="2079aa84310fbf95" providerId="LiveId" clId="{6366F033-EDCC-41F4-9C38-3292D4109DA8}" dt="2025-08-21T17:13:29.445" v="1152"/>
        <pc:sldMkLst>
          <pc:docMk/>
          <pc:sldMk cId="83241070" sldId="265"/>
        </pc:sldMkLst>
        <pc:spChg chg="add del mod">
          <ac:chgData name="Sneha Gupta" userId="2079aa84310fbf95" providerId="LiveId" clId="{6366F033-EDCC-41F4-9C38-3292D4109DA8}" dt="2025-08-21T16:04:32.816" v="252" actId="21"/>
          <ac:spMkLst>
            <pc:docMk/>
            <pc:sldMk cId="83241070" sldId="265"/>
            <ac:spMk id="2" creationId="{BD11039D-B6A7-F3A0-0324-831BFCA22B1C}"/>
          </ac:spMkLst>
        </pc:spChg>
        <pc:spChg chg="add mod">
          <ac:chgData name="Sneha Gupta" userId="2079aa84310fbf95" providerId="LiveId" clId="{6366F033-EDCC-41F4-9C38-3292D4109DA8}" dt="2025-08-21T16:22:34.865" v="384" actId="1076"/>
          <ac:spMkLst>
            <pc:docMk/>
            <pc:sldMk cId="83241070" sldId="265"/>
            <ac:spMk id="3" creationId="{D4F2AAA8-2A64-9936-8826-8E50F3EE3727}"/>
          </ac:spMkLst>
        </pc:spChg>
        <pc:spChg chg="add mod">
          <ac:chgData name="Sneha Gupta" userId="2079aa84310fbf95" providerId="LiveId" clId="{6366F033-EDCC-41F4-9C38-3292D4109DA8}" dt="2025-08-21T16:22:11.435" v="379" actId="1076"/>
          <ac:spMkLst>
            <pc:docMk/>
            <pc:sldMk cId="83241070" sldId="265"/>
            <ac:spMk id="4" creationId="{BD11039D-B6A7-F3A0-0324-831BFCA22B1C}"/>
          </ac:spMkLst>
        </pc:spChg>
        <pc:picChg chg="add mod">
          <ac:chgData name="Sneha Gupta" userId="2079aa84310fbf95" providerId="LiveId" clId="{6366F033-EDCC-41F4-9C38-3292D4109DA8}" dt="2025-08-21T16:22:37.317" v="385" actId="1076"/>
          <ac:picMkLst>
            <pc:docMk/>
            <pc:sldMk cId="83241070" sldId="265"/>
            <ac:picMk id="6" creationId="{4D03C898-56B8-4AFC-E490-BFE43FAE29BB}"/>
          </ac:picMkLst>
        </pc:picChg>
      </pc:sldChg>
      <pc:sldChg chg="addSp delSp modSp new mod ord modTransition setBg">
        <pc:chgData name="Sneha Gupta" userId="2079aa84310fbf95" providerId="LiveId" clId="{6366F033-EDCC-41F4-9C38-3292D4109DA8}" dt="2025-08-21T17:11:26.254" v="1122"/>
        <pc:sldMkLst>
          <pc:docMk/>
          <pc:sldMk cId="3836375688" sldId="266"/>
        </pc:sldMkLst>
        <pc:spChg chg="add del mod">
          <ac:chgData name="Sneha Gupta" userId="2079aa84310fbf95" providerId="LiveId" clId="{6366F033-EDCC-41F4-9C38-3292D4109DA8}" dt="2025-08-21T16:14:30.505" v="332" actId="478"/>
          <ac:spMkLst>
            <pc:docMk/>
            <pc:sldMk cId="3836375688" sldId="266"/>
            <ac:spMk id="2" creationId="{9536DFC4-6F52-D5A9-4D82-26377B207DF0}"/>
          </ac:spMkLst>
        </pc:spChg>
        <pc:spChg chg="add del mod">
          <ac:chgData name="Sneha Gupta" userId="2079aa84310fbf95" providerId="LiveId" clId="{6366F033-EDCC-41F4-9C38-3292D4109DA8}" dt="2025-08-21T16:18:06.521" v="357" actId="478"/>
          <ac:spMkLst>
            <pc:docMk/>
            <pc:sldMk cId="3836375688" sldId="266"/>
            <ac:spMk id="4" creationId="{C4F06C34-4538-459A-C9BE-095177F45EC2}"/>
          </ac:spMkLst>
        </pc:spChg>
        <pc:spChg chg="add mod">
          <ac:chgData name="Sneha Gupta" userId="2079aa84310fbf95" providerId="LiveId" clId="{6366F033-EDCC-41F4-9C38-3292D4109DA8}" dt="2025-08-21T16:16:28.214" v="352" actId="1076"/>
          <ac:spMkLst>
            <pc:docMk/>
            <pc:sldMk cId="3836375688" sldId="266"/>
            <ac:spMk id="5" creationId="{E1FD862C-A780-E907-7D83-F439BFB9677B}"/>
          </ac:spMkLst>
        </pc:spChg>
        <pc:spChg chg="add mod">
          <ac:chgData name="Sneha Gupta" userId="2079aa84310fbf95" providerId="LiveId" clId="{6366F033-EDCC-41F4-9C38-3292D4109DA8}" dt="2025-08-21T16:20:11.207" v="372" actId="1076"/>
          <ac:spMkLst>
            <pc:docMk/>
            <pc:sldMk cId="3836375688" sldId="266"/>
            <ac:spMk id="7" creationId="{68457E37-5BCA-8F04-EC44-021F7D01A19C}"/>
          </ac:spMkLst>
        </pc:spChg>
        <pc:spChg chg="add mod">
          <ac:chgData name="Sneha Gupta" userId="2079aa84310fbf95" providerId="LiveId" clId="{6366F033-EDCC-41F4-9C38-3292D4109DA8}" dt="2025-08-21T16:20:03.692" v="371" actId="255"/>
          <ac:spMkLst>
            <pc:docMk/>
            <pc:sldMk cId="3836375688" sldId="266"/>
            <ac:spMk id="8" creationId="{DED70667-E59C-9171-57E6-9786DDC2E451}"/>
          </ac:spMkLst>
        </pc:spChg>
        <pc:picChg chg="add del mod">
          <ac:chgData name="Sneha Gupta" userId="2079aa84310fbf95" providerId="LiveId" clId="{6366F033-EDCC-41F4-9C38-3292D4109DA8}" dt="2025-08-21T16:14:32.604" v="333" actId="478"/>
          <ac:picMkLst>
            <pc:docMk/>
            <pc:sldMk cId="3836375688" sldId="266"/>
            <ac:picMk id="3" creationId="{E86D8001-3022-E4F2-68FB-3052F3C457FD}"/>
          </ac:picMkLst>
        </pc:picChg>
        <pc:picChg chg="add mod">
          <ac:chgData name="Sneha Gupta" userId="2079aa84310fbf95" providerId="LiveId" clId="{6366F033-EDCC-41F4-9C38-3292D4109DA8}" dt="2025-08-21T16:16:23.925" v="351" actId="1076"/>
          <ac:picMkLst>
            <pc:docMk/>
            <pc:sldMk cId="3836375688" sldId="266"/>
            <ac:picMk id="6" creationId="{D220216C-ACA9-5E0C-3FDC-DAF0EC3EBC1A}"/>
          </ac:picMkLst>
        </pc:picChg>
        <pc:picChg chg="add mod">
          <ac:chgData name="Sneha Gupta" userId="2079aa84310fbf95" providerId="LiveId" clId="{6366F033-EDCC-41F4-9C38-3292D4109DA8}" dt="2025-08-21T16:20:34.642" v="375" actId="1076"/>
          <ac:picMkLst>
            <pc:docMk/>
            <pc:sldMk cId="3836375688" sldId="266"/>
            <ac:picMk id="10" creationId="{13C3CEB3-00FF-63C8-A912-491D28E278C9}"/>
          </ac:picMkLst>
        </pc:picChg>
      </pc:sldChg>
      <pc:sldChg chg="addSp delSp modSp new mod ord modTransition setBg">
        <pc:chgData name="Sneha Gupta" userId="2079aa84310fbf95" providerId="LiveId" clId="{6366F033-EDCC-41F4-9C38-3292D4109DA8}" dt="2025-08-21T17:13:33.986" v="1153"/>
        <pc:sldMkLst>
          <pc:docMk/>
          <pc:sldMk cId="1678733705" sldId="267"/>
        </pc:sldMkLst>
        <pc:spChg chg="add del mod">
          <ac:chgData name="Sneha Gupta" userId="2079aa84310fbf95" providerId="LiveId" clId="{6366F033-EDCC-41F4-9C38-3292D4109DA8}" dt="2025-08-21T16:30:01.639" v="406" actId="478"/>
          <ac:spMkLst>
            <pc:docMk/>
            <pc:sldMk cId="1678733705" sldId="267"/>
            <ac:spMk id="2" creationId="{85B5FCD8-73A8-8A48-DEE5-AF152F76AFD6}"/>
          </ac:spMkLst>
        </pc:spChg>
        <pc:spChg chg="add mod">
          <ac:chgData name="Sneha Gupta" userId="2079aa84310fbf95" providerId="LiveId" clId="{6366F033-EDCC-41F4-9C38-3292D4109DA8}" dt="2025-08-21T16:30:17.495" v="407"/>
          <ac:spMkLst>
            <pc:docMk/>
            <pc:sldMk cId="1678733705" sldId="267"/>
            <ac:spMk id="4" creationId="{14FA7A93-2919-0CCF-0A20-D3FA0E302548}"/>
          </ac:spMkLst>
        </pc:spChg>
        <pc:spChg chg="add mod">
          <ac:chgData name="Sneha Gupta" userId="2079aa84310fbf95" providerId="LiveId" clId="{6366F033-EDCC-41F4-9C38-3292D4109DA8}" dt="2025-08-21T16:30:33.534" v="431" actId="20577"/>
          <ac:spMkLst>
            <pc:docMk/>
            <pc:sldMk cId="1678733705" sldId="267"/>
            <ac:spMk id="5" creationId="{85BF8E40-77EA-3BEA-47FC-EA967D72240E}"/>
          </ac:spMkLst>
        </pc:spChg>
        <pc:picChg chg="add del mod">
          <ac:chgData name="Sneha Gupta" userId="2079aa84310fbf95" providerId="LiveId" clId="{6366F033-EDCC-41F4-9C38-3292D4109DA8}" dt="2025-08-21T16:30:01.639" v="406" actId="478"/>
          <ac:picMkLst>
            <pc:docMk/>
            <pc:sldMk cId="1678733705" sldId="267"/>
            <ac:picMk id="3" creationId="{5A71A5DE-79C6-E359-171C-11BAF27E0303}"/>
          </ac:picMkLst>
        </pc:picChg>
        <pc:picChg chg="add del mod">
          <ac:chgData name="Sneha Gupta" userId="2079aa84310fbf95" providerId="LiveId" clId="{6366F033-EDCC-41F4-9C38-3292D4109DA8}" dt="2025-08-21T16:30:39.695" v="432" actId="478"/>
          <ac:picMkLst>
            <pc:docMk/>
            <pc:sldMk cId="1678733705" sldId="267"/>
            <ac:picMk id="6" creationId="{04274DB7-05BD-CBFC-3C1A-50B295E76F83}"/>
          </ac:picMkLst>
        </pc:picChg>
        <pc:picChg chg="add mod">
          <ac:chgData name="Sneha Gupta" userId="2079aa84310fbf95" providerId="LiveId" clId="{6366F033-EDCC-41F4-9C38-3292D4109DA8}" dt="2025-08-21T16:32:07.893" v="436" actId="1076"/>
          <ac:picMkLst>
            <pc:docMk/>
            <pc:sldMk cId="1678733705" sldId="267"/>
            <ac:picMk id="8" creationId="{BE577548-8EF1-7881-CB95-67FBC9179D97}"/>
          </ac:picMkLst>
        </pc:picChg>
      </pc:sldChg>
      <pc:sldChg chg="addSp modSp new mod ord modTransition setBg">
        <pc:chgData name="Sneha Gupta" userId="2079aa84310fbf95" providerId="LiveId" clId="{6366F033-EDCC-41F4-9C38-3292D4109DA8}" dt="2025-08-21T17:12:55.537" v="1144"/>
        <pc:sldMkLst>
          <pc:docMk/>
          <pc:sldMk cId="1271208527" sldId="268"/>
        </pc:sldMkLst>
        <pc:spChg chg="add mod">
          <ac:chgData name="Sneha Gupta" userId="2079aa84310fbf95" providerId="LiveId" clId="{6366F033-EDCC-41F4-9C38-3292D4109DA8}" dt="2025-08-21T16:33:53.412" v="454" actId="1076"/>
          <ac:spMkLst>
            <pc:docMk/>
            <pc:sldMk cId="1271208527" sldId="268"/>
            <ac:spMk id="2" creationId="{6C50E704-B3F1-3309-69CB-9A85DD8FFEC3}"/>
          </ac:spMkLst>
        </pc:spChg>
        <pc:spChg chg="add mod">
          <ac:chgData name="Sneha Gupta" userId="2079aa84310fbf95" providerId="LiveId" clId="{6366F033-EDCC-41F4-9C38-3292D4109DA8}" dt="2025-08-21T16:33:59.065" v="455" actId="1076"/>
          <ac:spMkLst>
            <pc:docMk/>
            <pc:sldMk cId="1271208527" sldId="268"/>
            <ac:spMk id="3" creationId="{35924F5C-2F79-D3F1-8DBF-EC6C2F2182DF}"/>
          </ac:spMkLst>
        </pc:spChg>
        <pc:spChg chg="add mod">
          <ac:chgData name="Sneha Gupta" userId="2079aa84310fbf95" providerId="LiveId" clId="{6366F033-EDCC-41F4-9C38-3292D4109DA8}" dt="2025-08-21T16:35:02.693" v="466" actId="113"/>
          <ac:spMkLst>
            <pc:docMk/>
            <pc:sldMk cId="1271208527" sldId="268"/>
            <ac:spMk id="5" creationId="{80B5FCED-BA7F-620E-95FC-3B419F52BE7E}"/>
          </ac:spMkLst>
        </pc:spChg>
        <pc:picChg chg="add mod">
          <ac:chgData name="Sneha Gupta" userId="2079aa84310fbf95" providerId="LiveId" clId="{6366F033-EDCC-41F4-9C38-3292D4109DA8}" dt="2025-08-21T16:33:49.440" v="453" actId="1076"/>
          <ac:picMkLst>
            <pc:docMk/>
            <pc:sldMk cId="1271208527" sldId="268"/>
            <ac:picMk id="4" creationId="{25FB12EB-10E0-843C-0E0B-890D4BE16BDB}"/>
          </ac:picMkLst>
        </pc:picChg>
      </pc:sldChg>
      <pc:sldChg chg="addSp delSp modSp new add del mod ord modTransition setBg">
        <pc:chgData name="Sneha Gupta" userId="2079aa84310fbf95" providerId="LiveId" clId="{6366F033-EDCC-41F4-9C38-3292D4109DA8}" dt="2025-08-21T17:13:38.646" v="1154"/>
        <pc:sldMkLst>
          <pc:docMk/>
          <pc:sldMk cId="2804367317" sldId="269"/>
        </pc:sldMkLst>
        <pc:spChg chg="add del mod">
          <ac:chgData name="Sneha Gupta" userId="2079aa84310fbf95" providerId="LiveId" clId="{6366F033-EDCC-41F4-9C38-3292D4109DA8}" dt="2025-08-21T16:37:22.449" v="483" actId="478"/>
          <ac:spMkLst>
            <pc:docMk/>
            <pc:sldMk cId="2804367317" sldId="269"/>
            <ac:spMk id="2" creationId="{2BDCC197-94C3-7C8F-C1D8-238E8540FC1A}"/>
          </ac:spMkLst>
        </pc:spChg>
        <pc:spChg chg="add del mod">
          <ac:chgData name="Sneha Gupta" userId="2079aa84310fbf95" providerId="LiveId" clId="{6366F033-EDCC-41F4-9C38-3292D4109DA8}" dt="2025-08-21T16:37:22.449" v="483" actId="478"/>
          <ac:spMkLst>
            <pc:docMk/>
            <pc:sldMk cId="2804367317" sldId="269"/>
            <ac:spMk id="3" creationId="{9F628AA4-035B-26EA-BEE3-D428C1DDD890}"/>
          </ac:spMkLst>
        </pc:spChg>
        <pc:spChg chg="add mod">
          <ac:chgData name="Sneha Gupta" userId="2079aa84310fbf95" providerId="LiveId" clId="{6366F033-EDCC-41F4-9C38-3292D4109DA8}" dt="2025-08-21T16:37:29.967" v="484"/>
          <ac:spMkLst>
            <pc:docMk/>
            <pc:sldMk cId="2804367317" sldId="269"/>
            <ac:spMk id="5" creationId="{004CFE99-C770-6C0C-74FB-031AA76CA0E9}"/>
          </ac:spMkLst>
        </pc:spChg>
        <pc:spChg chg="add mod">
          <ac:chgData name="Sneha Gupta" userId="2079aa84310fbf95" providerId="LiveId" clId="{6366F033-EDCC-41F4-9C38-3292D4109DA8}" dt="2025-08-21T16:38:21.842" v="521" actId="20577"/>
          <ac:spMkLst>
            <pc:docMk/>
            <pc:sldMk cId="2804367317" sldId="269"/>
            <ac:spMk id="6" creationId="{72F8EF1C-572A-AAFC-FB18-168328E6A8A8}"/>
          </ac:spMkLst>
        </pc:spChg>
        <pc:picChg chg="add del mod">
          <ac:chgData name="Sneha Gupta" userId="2079aa84310fbf95" providerId="LiveId" clId="{6366F033-EDCC-41F4-9C38-3292D4109DA8}" dt="2025-08-21T16:37:22.449" v="483" actId="478"/>
          <ac:picMkLst>
            <pc:docMk/>
            <pc:sldMk cId="2804367317" sldId="269"/>
            <ac:picMk id="4" creationId="{596705E4-2A57-838A-6025-508B30F15F9B}"/>
          </ac:picMkLst>
        </pc:picChg>
        <pc:picChg chg="add del mod">
          <ac:chgData name="Sneha Gupta" userId="2079aa84310fbf95" providerId="LiveId" clId="{6366F033-EDCC-41F4-9C38-3292D4109DA8}" dt="2025-08-21T16:37:34.599" v="485" actId="478"/>
          <ac:picMkLst>
            <pc:docMk/>
            <pc:sldMk cId="2804367317" sldId="269"/>
            <ac:picMk id="7" creationId="{4C292E21-14E6-942F-A96B-61BE67D4175D}"/>
          </ac:picMkLst>
        </pc:picChg>
        <pc:picChg chg="add mod">
          <ac:chgData name="Sneha Gupta" userId="2079aa84310fbf95" providerId="LiveId" clId="{6366F033-EDCC-41F4-9C38-3292D4109DA8}" dt="2025-08-21T16:38:04.627" v="491" actId="1076"/>
          <ac:picMkLst>
            <pc:docMk/>
            <pc:sldMk cId="2804367317" sldId="269"/>
            <ac:picMk id="9" creationId="{C88DF593-17EA-D86E-794D-60FEFCCA9DF6}"/>
          </ac:picMkLst>
        </pc:picChg>
      </pc:sldChg>
      <pc:sldChg chg="addSp modSp new add del mod ord modTransition setBg">
        <pc:chgData name="Sneha Gupta" userId="2079aa84310fbf95" providerId="LiveId" clId="{6366F033-EDCC-41F4-9C38-3292D4109DA8}" dt="2025-08-21T17:12:03.163" v="1137" actId="47"/>
        <pc:sldMkLst>
          <pc:docMk/>
          <pc:sldMk cId="2922767380" sldId="270"/>
        </pc:sldMkLst>
        <pc:spChg chg="add mod">
          <ac:chgData name="Sneha Gupta" userId="2079aa84310fbf95" providerId="LiveId" clId="{6366F033-EDCC-41F4-9C38-3292D4109DA8}" dt="2025-08-21T16:39:45.863" v="535" actId="1076"/>
          <ac:spMkLst>
            <pc:docMk/>
            <pc:sldMk cId="2922767380" sldId="270"/>
            <ac:spMk id="2" creationId="{0199505A-6341-EA6E-DA6F-697F51643157}"/>
          </ac:spMkLst>
        </pc:spChg>
        <pc:spChg chg="add mod">
          <ac:chgData name="Sneha Gupta" userId="2079aa84310fbf95" providerId="LiveId" clId="{6366F033-EDCC-41F4-9C38-3292D4109DA8}" dt="2025-08-21T16:39:51.348" v="536" actId="1076"/>
          <ac:spMkLst>
            <pc:docMk/>
            <pc:sldMk cId="2922767380" sldId="270"/>
            <ac:spMk id="3" creationId="{5B82693C-9734-8E55-8A42-6F490E1939BD}"/>
          </ac:spMkLst>
        </pc:spChg>
        <pc:spChg chg="add mod">
          <ac:chgData name="Sneha Gupta" userId="2079aa84310fbf95" providerId="LiveId" clId="{6366F033-EDCC-41F4-9C38-3292D4109DA8}" dt="2025-08-21T16:40:37.331" v="544" actId="207"/>
          <ac:spMkLst>
            <pc:docMk/>
            <pc:sldMk cId="2922767380" sldId="270"/>
            <ac:spMk id="5" creationId="{6729FC8B-63E4-71E1-51A4-750DA3202103}"/>
          </ac:spMkLst>
        </pc:spChg>
        <pc:picChg chg="add mod">
          <ac:chgData name="Sneha Gupta" userId="2079aa84310fbf95" providerId="LiveId" clId="{6366F033-EDCC-41F4-9C38-3292D4109DA8}" dt="2025-08-21T16:39:42.091" v="534" actId="1076"/>
          <ac:picMkLst>
            <pc:docMk/>
            <pc:sldMk cId="2922767380" sldId="270"/>
            <ac:picMk id="4" creationId="{8BF6D597-22C8-E721-492B-D63C6862D4E1}"/>
          </ac:picMkLst>
        </pc:picChg>
      </pc:sldChg>
      <pc:sldChg chg="addSp modSp add del mod ord">
        <pc:chgData name="Sneha Gupta" userId="2079aa84310fbf95" providerId="LiveId" clId="{6366F033-EDCC-41F4-9C38-3292D4109DA8}" dt="2025-08-21T17:12:03.163" v="1137" actId="47"/>
        <pc:sldMkLst>
          <pc:docMk/>
          <pc:sldMk cId="2472995594" sldId="271"/>
        </pc:sldMkLst>
        <pc:spChg chg="mod">
          <ac:chgData name="Sneha Gupta" userId="2079aa84310fbf95" providerId="LiveId" clId="{6366F033-EDCC-41F4-9C38-3292D4109DA8}" dt="2025-08-21T16:42:49.592" v="556" actId="6549"/>
          <ac:spMkLst>
            <pc:docMk/>
            <pc:sldMk cId="2472995594" sldId="271"/>
            <ac:spMk id="5" creationId="{0C0AF924-932A-D696-59B3-1A0138904D46}"/>
          </ac:spMkLst>
        </pc:spChg>
        <pc:spChg chg="add mod">
          <ac:chgData name="Sneha Gupta" userId="2079aa84310fbf95" providerId="LiveId" clId="{6366F033-EDCC-41F4-9C38-3292D4109DA8}" dt="2025-08-21T16:43:49.625" v="569" actId="1076"/>
          <ac:spMkLst>
            <pc:docMk/>
            <pc:sldMk cId="2472995594" sldId="271"/>
            <ac:spMk id="6" creationId="{727BFB90-DB11-4D65-FCA1-9069E7B2E2DE}"/>
          </ac:spMkLst>
        </pc:spChg>
      </pc:sldChg>
      <pc:sldChg chg="addSp delSp modSp new mod ord modTransition setBg">
        <pc:chgData name="Sneha Gupta" userId="2079aa84310fbf95" providerId="LiveId" clId="{6366F033-EDCC-41F4-9C38-3292D4109DA8}" dt="2025-08-21T17:13:41.677" v="1155"/>
        <pc:sldMkLst>
          <pc:docMk/>
          <pc:sldMk cId="630449594" sldId="272"/>
        </pc:sldMkLst>
        <pc:spChg chg="add mod">
          <ac:chgData name="Sneha Gupta" userId="2079aa84310fbf95" providerId="LiveId" clId="{6366F033-EDCC-41F4-9C38-3292D4109DA8}" dt="2025-08-21T16:45:14.161" v="578"/>
          <ac:spMkLst>
            <pc:docMk/>
            <pc:sldMk cId="630449594" sldId="272"/>
            <ac:spMk id="2" creationId="{7ADFF8C5-E008-54A7-F4AB-6C54F9E2BF72}"/>
          </ac:spMkLst>
        </pc:spChg>
        <pc:spChg chg="add mod">
          <ac:chgData name="Sneha Gupta" userId="2079aa84310fbf95" providerId="LiveId" clId="{6366F033-EDCC-41F4-9C38-3292D4109DA8}" dt="2025-08-21T16:45:45.403" v="623" actId="1076"/>
          <ac:spMkLst>
            <pc:docMk/>
            <pc:sldMk cId="630449594" sldId="272"/>
            <ac:spMk id="3" creationId="{6EFED8D0-AFC1-2C27-A9E4-6D1B0D509E65}"/>
          </ac:spMkLst>
        </pc:spChg>
        <pc:picChg chg="add del mod">
          <ac:chgData name="Sneha Gupta" userId="2079aa84310fbf95" providerId="LiveId" clId="{6366F033-EDCC-41F4-9C38-3292D4109DA8}" dt="2025-08-21T16:45:20.799" v="579" actId="478"/>
          <ac:picMkLst>
            <pc:docMk/>
            <pc:sldMk cId="630449594" sldId="272"/>
            <ac:picMk id="4" creationId="{1E719393-8766-67E3-A954-E42324865DE0}"/>
          </ac:picMkLst>
        </pc:picChg>
        <pc:picChg chg="add mod">
          <ac:chgData name="Sneha Gupta" userId="2079aa84310fbf95" providerId="LiveId" clId="{6366F033-EDCC-41F4-9C38-3292D4109DA8}" dt="2025-08-21T16:46:35.815" v="627" actId="1076"/>
          <ac:picMkLst>
            <pc:docMk/>
            <pc:sldMk cId="630449594" sldId="272"/>
            <ac:picMk id="6" creationId="{05B31CC2-0631-6752-1CA2-4735C35AAF74}"/>
          </ac:picMkLst>
        </pc:picChg>
      </pc:sldChg>
      <pc:sldChg chg="addSp modSp new mod ord modTransition setBg">
        <pc:chgData name="Sneha Gupta" userId="2079aa84310fbf95" providerId="LiveId" clId="{6366F033-EDCC-41F4-9C38-3292D4109DA8}" dt="2025-08-21T17:12:21.141" v="1140"/>
        <pc:sldMkLst>
          <pc:docMk/>
          <pc:sldMk cId="4198034563" sldId="273"/>
        </pc:sldMkLst>
        <pc:spChg chg="add mod">
          <ac:chgData name="Sneha Gupta" userId="2079aa84310fbf95" providerId="LiveId" clId="{6366F033-EDCC-41F4-9C38-3292D4109DA8}" dt="2025-08-21T16:55:55.512" v="997" actId="1076"/>
          <ac:spMkLst>
            <pc:docMk/>
            <pc:sldMk cId="4198034563" sldId="273"/>
            <ac:spMk id="2" creationId="{6F68BCB9-46A2-A71E-D9A2-E969D9BD3ACF}"/>
          </ac:spMkLst>
        </pc:spChg>
        <pc:spChg chg="add mod">
          <ac:chgData name="Sneha Gupta" userId="2079aa84310fbf95" providerId="LiveId" clId="{6366F033-EDCC-41F4-9C38-3292D4109DA8}" dt="2025-08-21T16:47:33.771" v="640" actId="1076"/>
          <ac:spMkLst>
            <pc:docMk/>
            <pc:sldMk cId="4198034563" sldId="273"/>
            <ac:spMk id="3" creationId="{B0C5530A-3A8E-23F8-8D1A-4161ED1B1FF3}"/>
          </ac:spMkLst>
        </pc:spChg>
        <pc:graphicFrameChg chg="add mod modGraphic">
          <ac:chgData name="Sneha Gupta" userId="2079aa84310fbf95" providerId="LiveId" clId="{6366F033-EDCC-41F4-9C38-3292D4109DA8}" dt="2025-08-21T16:56:41.814" v="1003" actId="207"/>
          <ac:graphicFrameMkLst>
            <pc:docMk/>
            <pc:sldMk cId="4198034563" sldId="273"/>
            <ac:graphicFrameMk id="5" creationId="{AFFAC600-6F44-16B3-871A-74D126738FA8}"/>
          </ac:graphicFrameMkLst>
        </pc:graphicFrameChg>
        <pc:picChg chg="add mod">
          <ac:chgData name="Sneha Gupta" userId="2079aa84310fbf95" providerId="LiveId" clId="{6366F033-EDCC-41F4-9C38-3292D4109DA8}" dt="2025-08-21T16:47:30.023" v="639" actId="1076"/>
          <ac:picMkLst>
            <pc:docMk/>
            <pc:sldMk cId="4198034563" sldId="273"/>
            <ac:picMk id="4" creationId="{96ED320D-07C2-67AC-5C32-E0E1B17F2FB6}"/>
          </ac:picMkLst>
        </pc:picChg>
      </pc:sldChg>
      <pc:sldChg chg="addSp delSp modSp new add del mod ord modTransition setBg">
        <pc:chgData name="Sneha Gupta" userId="2079aa84310fbf95" providerId="LiveId" clId="{6366F033-EDCC-41F4-9C38-3292D4109DA8}" dt="2025-08-21T17:13:44.816" v="1156"/>
        <pc:sldMkLst>
          <pc:docMk/>
          <pc:sldMk cId="826685148" sldId="274"/>
        </pc:sldMkLst>
        <pc:spChg chg="add mod">
          <ac:chgData name="Sneha Gupta" userId="2079aa84310fbf95" providerId="LiveId" clId="{6366F033-EDCC-41F4-9C38-3292D4109DA8}" dt="2025-08-21T17:00:08.743" v="1045" actId="1076"/>
          <ac:spMkLst>
            <pc:docMk/>
            <pc:sldMk cId="826685148" sldId="274"/>
            <ac:spMk id="2" creationId="{C2293EEC-422C-275F-082E-DF335C94BC5F}"/>
          </ac:spMkLst>
        </pc:spChg>
        <pc:spChg chg="add mod">
          <ac:chgData name="Sneha Gupta" userId="2079aa84310fbf95" providerId="LiveId" clId="{6366F033-EDCC-41F4-9C38-3292D4109DA8}" dt="2025-08-21T16:59:12.391" v="1037" actId="20577"/>
          <ac:spMkLst>
            <pc:docMk/>
            <pc:sldMk cId="826685148" sldId="274"/>
            <ac:spMk id="3" creationId="{DA551793-EB1A-5E57-96B9-5FD491179C23}"/>
          </ac:spMkLst>
        </pc:spChg>
        <pc:picChg chg="add del mod">
          <ac:chgData name="Sneha Gupta" userId="2079aa84310fbf95" providerId="LiveId" clId="{6366F033-EDCC-41F4-9C38-3292D4109DA8}" dt="2025-08-21T16:59:14.316" v="1038" actId="478"/>
          <ac:picMkLst>
            <pc:docMk/>
            <pc:sldMk cId="826685148" sldId="274"/>
            <ac:picMk id="4" creationId="{BBDC0146-B3E3-7FFF-65EC-6DC6E4E91AAE}"/>
          </ac:picMkLst>
        </pc:picChg>
        <pc:picChg chg="add mod">
          <ac:chgData name="Sneha Gupta" userId="2079aa84310fbf95" providerId="LiveId" clId="{6366F033-EDCC-41F4-9C38-3292D4109DA8}" dt="2025-08-21T17:00:13.526" v="1046" actId="1076"/>
          <ac:picMkLst>
            <pc:docMk/>
            <pc:sldMk cId="826685148" sldId="274"/>
            <ac:picMk id="6" creationId="{5C7F76D9-4EC8-64C4-4DA3-367B189E8048}"/>
          </ac:picMkLst>
        </pc:picChg>
      </pc:sldChg>
      <pc:sldChg chg="addSp modSp add del mod ord modTransition">
        <pc:chgData name="Sneha Gupta" userId="2079aa84310fbf95" providerId="LiveId" clId="{6366F033-EDCC-41F4-9C38-3292D4109DA8}" dt="2025-08-21T17:11:46.064" v="1132"/>
        <pc:sldMkLst>
          <pc:docMk/>
          <pc:sldMk cId="968095958" sldId="275"/>
        </pc:sldMkLst>
        <pc:spChg chg="mod">
          <ac:chgData name="Sneha Gupta" userId="2079aa84310fbf95" providerId="LiveId" clId="{6366F033-EDCC-41F4-9C38-3292D4109DA8}" dt="2025-08-21T17:01:35.913" v="1062" actId="1076"/>
          <ac:spMkLst>
            <pc:docMk/>
            <pc:sldMk cId="968095958" sldId="275"/>
            <ac:spMk id="2" creationId="{3FE460D8-E9EE-A3C0-35CE-1EA87E021240}"/>
          </ac:spMkLst>
        </pc:spChg>
        <pc:spChg chg="mod">
          <ac:chgData name="Sneha Gupta" userId="2079aa84310fbf95" providerId="LiveId" clId="{6366F033-EDCC-41F4-9C38-3292D4109DA8}" dt="2025-08-21T17:01:28.759" v="1060" actId="1076"/>
          <ac:spMkLst>
            <pc:docMk/>
            <pc:sldMk cId="968095958" sldId="275"/>
            <ac:spMk id="3" creationId="{964244A4-3DDB-6FA8-C870-386F01582747}"/>
          </ac:spMkLst>
        </pc:spChg>
        <pc:spChg chg="add mod">
          <ac:chgData name="Sneha Gupta" userId="2079aa84310fbf95" providerId="LiveId" clId="{6366F033-EDCC-41F4-9C38-3292D4109DA8}" dt="2025-08-21T17:04:01.153" v="1072" actId="2711"/>
          <ac:spMkLst>
            <pc:docMk/>
            <pc:sldMk cId="968095958" sldId="275"/>
            <ac:spMk id="4" creationId="{E026AB9D-B2B3-3709-5A61-F4C3CFFC1E8E}"/>
          </ac:spMkLst>
        </pc:spChg>
        <pc:picChg chg="mod">
          <ac:chgData name="Sneha Gupta" userId="2079aa84310fbf95" providerId="LiveId" clId="{6366F033-EDCC-41F4-9C38-3292D4109DA8}" dt="2025-08-21T17:01:25.374" v="1059" actId="1076"/>
          <ac:picMkLst>
            <pc:docMk/>
            <pc:sldMk cId="968095958" sldId="275"/>
            <ac:picMk id="6" creationId="{CC5C8C52-6579-F7A9-4002-7C0286919FA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1451-2505-858B-6619-EA3B6F7AF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04FD08-5105-1F5B-1368-073D0E906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5BB6C-9F6C-BBCD-154F-8ACBDFA9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EF5B5-BCA5-4C1C-815F-DC64E2F5935F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BB36A-084D-F4FD-4214-50292102C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F303A-564B-2760-2AE9-4555D887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D95C4-C9D9-48B5-906D-05EF26BD4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68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7FB8A-D85E-4746-6049-ADDBF0D1B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009FE-D3E6-8115-F686-2586411C7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797D-2E67-D252-6B7F-F659F439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EF5B5-BCA5-4C1C-815F-DC64E2F5935F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16657-A874-3119-E7FF-DF7046211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49CA0-C5AC-B71C-C7D6-0451C36D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D95C4-C9D9-48B5-906D-05EF26BD4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258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BFF8-E7ED-D5FF-0BC2-6353D4859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1A6AC-0336-5822-2F3C-EDE6C019E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66F8A-EFCB-DCA0-21A5-09F94D273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EF5B5-BCA5-4C1C-815F-DC64E2F5935F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964A9-2DCF-B12F-639F-B74E6487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47CE0-BA8C-2A49-29DA-C3B9CFA0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D95C4-C9D9-48B5-906D-05EF26BD4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485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D084B-8517-6E04-27FC-F5B2A8F9A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89921-629F-5402-B05A-9BFDD3266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3B233-FC1B-95A0-01FF-74E31D4DC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8D709-3132-DB27-F12A-93242F07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EF5B5-BCA5-4C1C-815F-DC64E2F5935F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A5B57-CE92-71C5-B466-5BDB67FC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81F8E-1040-969C-B65C-5EE04EFF6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D95C4-C9D9-48B5-906D-05EF26BD4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221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74442-C65A-1872-D45E-F64251CDD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90BD9-8E27-BD4F-9F46-53E6F7A74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49EFD-322D-932C-35F3-B65B15795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EEBB63-3138-5B6A-4CF9-442F81F084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6802D5-E067-5463-F81B-21DAE0A91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8E137-4BB2-21A0-48DE-26FBAAA16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EF5B5-BCA5-4C1C-815F-DC64E2F5935F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1E6238-0FB0-B17E-ED9A-1B31727CC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9186C-02B8-3C10-46E7-3A04DEC65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D95C4-C9D9-48B5-906D-05EF26BD4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607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89C10-D7BF-85CE-38F2-758DFCB79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09C82C-76A7-D61E-89B9-658F7458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EF5B5-BCA5-4C1C-815F-DC64E2F5935F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FD23-22C6-17EF-5166-CD0D3D8A0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D378B4-1A55-D338-8234-0E64A7ED1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D95C4-C9D9-48B5-906D-05EF26BD4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546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9D5691-DFCD-B529-C02E-3C717C1F8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EF5B5-BCA5-4C1C-815F-DC64E2F5935F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5FE22-55CA-6BE7-A0A6-B14AC641D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B2ADD-87BC-9668-08AA-B8840767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D95C4-C9D9-48B5-906D-05EF26BD4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240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BBD0-9631-DD71-9031-6C9940C3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566ED-829A-904B-FE9D-B11C1BF6A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E6BBA-2BDF-5145-65CF-B74CF7264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D64BE-C877-D69D-FB6C-E03B1E76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EF5B5-BCA5-4C1C-815F-DC64E2F5935F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15208-6E15-6CF3-6BBE-33882E09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9D14D-D2DC-CD6B-8D26-E7F8F4F3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D95C4-C9D9-48B5-906D-05EF26BD4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070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FCB32-03D9-BA73-7813-F4B1D4544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F3DC3-084F-9CC6-B583-E996C1DFFA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2FC15-765D-709D-6F4B-3117D69EB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68FD2-D80A-0687-3D15-7EAA9FD3A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EF5B5-BCA5-4C1C-815F-DC64E2F5935F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D2284-7685-7DC8-D215-A5895F2E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DC6AC-024F-E2D3-1C4D-A1F33B85E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D95C4-C9D9-48B5-906D-05EF26BD4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333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DCE7F-FE35-F012-CD86-D48B570F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20AF4F-92CE-B72D-6ACD-4277BBCB6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15E2B-A9FF-36FC-D9AB-CFEFED272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EF5B5-BCA5-4C1C-815F-DC64E2F5935F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D5A5C-39AA-3C9B-7261-91078B8F1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19123-E152-22EE-FF1A-C0114AC7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D95C4-C9D9-48B5-906D-05EF26BD4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688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C49ADD-5D98-8BC7-4860-BF810A1E71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D0214-AF59-D1A6-483F-02BB5B35C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583BB-E7C1-A5E6-7AD3-E649E9351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EF5B5-BCA5-4C1C-815F-DC64E2F5935F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63D3D-8D27-F0CC-9868-6A951E141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6645-F408-D933-2AC9-59BFF60B5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D95C4-C9D9-48B5-906D-05EF26BD4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48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C19ED1-2725-3549-03E5-968279CFE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0EE80-0083-4357-FFF1-E7F44FC7E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C7010-2720-762A-1A09-35A1E89A0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EF5B5-BCA5-4C1C-815F-DC64E2F5935F}" type="datetimeFigureOut">
              <a:rPr lang="en-IN" smtClean="0"/>
              <a:t>21-08-2025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77560-3495-6B20-B2FE-9B15F4B98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99719-852D-5E4F-CAFA-60145768F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D95C4-C9D9-48B5-906D-05EF26BD4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843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25A5998-0D3A-DB37-7956-A69B9A3D0FA1}"/>
              </a:ext>
            </a:extLst>
          </p:cNvPr>
          <p:cNvGrpSpPr/>
          <p:nvPr/>
        </p:nvGrpSpPr>
        <p:grpSpPr>
          <a:xfrm>
            <a:off x="6096000" y="-78059"/>
            <a:ext cx="6138191" cy="6649533"/>
            <a:chOff x="11008320" y="416057"/>
            <a:chExt cx="5133842" cy="6329588"/>
          </a:xfrm>
          <a:blipFill>
            <a:blip r:embed="rId2"/>
            <a:stretch>
              <a:fillRect/>
            </a:stretch>
          </a:blip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66A4449-3B47-BA81-0A11-FF5EC23A6F5C}"/>
                </a:ext>
              </a:extLst>
            </p:cNvPr>
            <p:cNvSpPr/>
            <p:nvPr/>
          </p:nvSpPr>
          <p:spPr>
            <a:xfrm>
              <a:off x="13417476" y="812418"/>
              <a:ext cx="1747506" cy="2008628"/>
            </a:xfrm>
            <a:custGeom>
              <a:avLst/>
              <a:gdLst>
                <a:gd name="connsiteX0" fmla="*/ 0 w 2008628"/>
                <a:gd name="connsiteY0" fmla="*/ 873753 h 1747506"/>
                <a:gd name="connsiteX1" fmla="*/ 436877 w 2008628"/>
                <a:gd name="connsiteY1" fmla="*/ 0 h 1747506"/>
                <a:gd name="connsiteX2" fmla="*/ 1571752 w 2008628"/>
                <a:gd name="connsiteY2" fmla="*/ 0 h 1747506"/>
                <a:gd name="connsiteX3" fmla="*/ 2008628 w 2008628"/>
                <a:gd name="connsiteY3" fmla="*/ 873753 h 1747506"/>
                <a:gd name="connsiteX4" fmla="*/ 1571752 w 2008628"/>
                <a:gd name="connsiteY4" fmla="*/ 1747506 h 1747506"/>
                <a:gd name="connsiteX5" fmla="*/ 436877 w 2008628"/>
                <a:gd name="connsiteY5" fmla="*/ 1747506 h 1747506"/>
                <a:gd name="connsiteX6" fmla="*/ 0 w 2008628"/>
                <a:gd name="connsiteY6" fmla="*/ 873753 h 174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8628" h="1747506">
                  <a:moveTo>
                    <a:pt x="1004314" y="0"/>
                  </a:moveTo>
                  <a:lnTo>
                    <a:pt x="2008627" y="380083"/>
                  </a:lnTo>
                  <a:lnTo>
                    <a:pt x="2008627" y="1367424"/>
                  </a:lnTo>
                  <a:lnTo>
                    <a:pt x="1004314" y="1747506"/>
                  </a:lnTo>
                  <a:lnTo>
                    <a:pt x="1" y="1367424"/>
                  </a:lnTo>
                  <a:lnTo>
                    <a:pt x="1" y="380083"/>
                  </a:lnTo>
                  <a:lnTo>
                    <a:pt x="100431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98050" tIns="438741" rIns="398050" bIns="438741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3300" kern="1200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C5AA402-A3AD-CAD5-6A3F-2D36AD1BF972}"/>
                </a:ext>
              </a:extLst>
            </p:cNvPr>
            <p:cNvSpPr/>
            <p:nvPr/>
          </p:nvSpPr>
          <p:spPr>
            <a:xfrm>
              <a:off x="11008320" y="4737017"/>
              <a:ext cx="1747506" cy="2008628"/>
            </a:xfrm>
            <a:custGeom>
              <a:avLst/>
              <a:gdLst>
                <a:gd name="connsiteX0" fmla="*/ 0 w 2008628"/>
                <a:gd name="connsiteY0" fmla="*/ 873753 h 1747506"/>
                <a:gd name="connsiteX1" fmla="*/ 436877 w 2008628"/>
                <a:gd name="connsiteY1" fmla="*/ 0 h 1747506"/>
                <a:gd name="connsiteX2" fmla="*/ 1571752 w 2008628"/>
                <a:gd name="connsiteY2" fmla="*/ 0 h 1747506"/>
                <a:gd name="connsiteX3" fmla="*/ 2008628 w 2008628"/>
                <a:gd name="connsiteY3" fmla="*/ 873753 h 1747506"/>
                <a:gd name="connsiteX4" fmla="*/ 1571752 w 2008628"/>
                <a:gd name="connsiteY4" fmla="*/ 1747506 h 1747506"/>
                <a:gd name="connsiteX5" fmla="*/ 436877 w 2008628"/>
                <a:gd name="connsiteY5" fmla="*/ 1747506 h 1747506"/>
                <a:gd name="connsiteX6" fmla="*/ 0 w 2008628"/>
                <a:gd name="connsiteY6" fmla="*/ 873753 h 174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8628" h="1747506">
                  <a:moveTo>
                    <a:pt x="1004314" y="0"/>
                  </a:moveTo>
                  <a:lnTo>
                    <a:pt x="2008627" y="380083"/>
                  </a:lnTo>
                  <a:lnTo>
                    <a:pt x="2008627" y="1367424"/>
                  </a:lnTo>
                  <a:lnTo>
                    <a:pt x="1004314" y="1747506"/>
                  </a:lnTo>
                  <a:lnTo>
                    <a:pt x="1" y="1367424"/>
                  </a:lnTo>
                  <a:lnTo>
                    <a:pt x="1" y="380083"/>
                  </a:lnTo>
                  <a:lnTo>
                    <a:pt x="100431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2320" tIns="313011" rIns="272320" bIns="313011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3600" kern="12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247592-C0ED-E055-5AF9-827C64B6D2C9}"/>
                </a:ext>
              </a:extLst>
            </p:cNvPr>
            <p:cNvSpPr/>
            <p:nvPr/>
          </p:nvSpPr>
          <p:spPr>
            <a:xfrm>
              <a:off x="11267864" y="416057"/>
              <a:ext cx="1747506" cy="2008628"/>
            </a:xfrm>
            <a:custGeom>
              <a:avLst/>
              <a:gdLst>
                <a:gd name="connsiteX0" fmla="*/ 0 w 2008628"/>
                <a:gd name="connsiteY0" fmla="*/ 873753 h 1747506"/>
                <a:gd name="connsiteX1" fmla="*/ 436877 w 2008628"/>
                <a:gd name="connsiteY1" fmla="*/ 0 h 1747506"/>
                <a:gd name="connsiteX2" fmla="*/ 1571752 w 2008628"/>
                <a:gd name="connsiteY2" fmla="*/ 0 h 1747506"/>
                <a:gd name="connsiteX3" fmla="*/ 2008628 w 2008628"/>
                <a:gd name="connsiteY3" fmla="*/ 873753 h 1747506"/>
                <a:gd name="connsiteX4" fmla="*/ 1571752 w 2008628"/>
                <a:gd name="connsiteY4" fmla="*/ 1747506 h 1747506"/>
                <a:gd name="connsiteX5" fmla="*/ 436877 w 2008628"/>
                <a:gd name="connsiteY5" fmla="*/ 1747506 h 1747506"/>
                <a:gd name="connsiteX6" fmla="*/ 0 w 2008628"/>
                <a:gd name="connsiteY6" fmla="*/ 873753 h 174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8628" h="1747506">
                  <a:moveTo>
                    <a:pt x="1004314" y="0"/>
                  </a:moveTo>
                  <a:lnTo>
                    <a:pt x="2008627" y="380083"/>
                  </a:lnTo>
                  <a:lnTo>
                    <a:pt x="2008627" y="1367424"/>
                  </a:lnTo>
                  <a:lnTo>
                    <a:pt x="1004314" y="1747506"/>
                  </a:lnTo>
                  <a:lnTo>
                    <a:pt x="1" y="1367424"/>
                  </a:lnTo>
                  <a:lnTo>
                    <a:pt x="1" y="380083"/>
                  </a:lnTo>
                  <a:lnTo>
                    <a:pt x="100431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98050" tIns="438741" rIns="398050" bIns="438741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3300" kern="12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CEB3BF-25BC-6213-4C62-912DDDA6FFF2}"/>
                </a:ext>
              </a:extLst>
            </p:cNvPr>
            <p:cNvSpPr/>
            <p:nvPr/>
          </p:nvSpPr>
          <p:spPr>
            <a:xfrm>
              <a:off x="14394656" y="2728389"/>
              <a:ext cx="1747506" cy="2008628"/>
            </a:xfrm>
            <a:custGeom>
              <a:avLst/>
              <a:gdLst>
                <a:gd name="connsiteX0" fmla="*/ 0 w 2008628"/>
                <a:gd name="connsiteY0" fmla="*/ 873753 h 1747506"/>
                <a:gd name="connsiteX1" fmla="*/ 436877 w 2008628"/>
                <a:gd name="connsiteY1" fmla="*/ 0 h 1747506"/>
                <a:gd name="connsiteX2" fmla="*/ 1571752 w 2008628"/>
                <a:gd name="connsiteY2" fmla="*/ 0 h 1747506"/>
                <a:gd name="connsiteX3" fmla="*/ 2008628 w 2008628"/>
                <a:gd name="connsiteY3" fmla="*/ 873753 h 1747506"/>
                <a:gd name="connsiteX4" fmla="*/ 1571752 w 2008628"/>
                <a:gd name="connsiteY4" fmla="*/ 1747506 h 1747506"/>
                <a:gd name="connsiteX5" fmla="*/ 436877 w 2008628"/>
                <a:gd name="connsiteY5" fmla="*/ 1747506 h 1747506"/>
                <a:gd name="connsiteX6" fmla="*/ 0 w 2008628"/>
                <a:gd name="connsiteY6" fmla="*/ 873753 h 174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8628" h="1747506">
                  <a:moveTo>
                    <a:pt x="1004314" y="0"/>
                  </a:moveTo>
                  <a:lnTo>
                    <a:pt x="2008627" y="380083"/>
                  </a:lnTo>
                  <a:lnTo>
                    <a:pt x="2008627" y="1367424"/>
                  </a:lnTo>
                  <a:lnTo>
                    <a:pt x="1004314" y="1747506"/>
                  </a:lnTo>
                  <a:lnTo>
                    <a:pt x="1" y="1367424"/>
                  </a:lnTo>
                  <a:lnTo>
                    <a:pt x="1" y="380083"/>
                  </a:lnTo>
                  <a:lnTo>
                    <a:pt x="100431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2320" tIns="313011" rIns="272320" bIns="313011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3600" kern="12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CDF0E7D-EAF5-4DE7-B313-0301CE671091}"/>
                </a:ext>
              </a:extLst>
            </p:cNvPr>
            <p:cNvSpPr/>
            <p:nvPr/>
          </p:nvSpPr>
          <p:spPr>
            <a:xfrm>
              <a:off x="13015370" y="4591426"/>
              <a:ext cx="1747506" cy="2008628"/>
            </a:xfrm>
            <a:custGeom>
              <a:avLst/>
              <a:gdLst>
                <a:gd name="connsiteX0" fmla="*/ 0 w 2008628"/>
                <a:gd name="connsiteY0" fmla="*/ 873753 h 1747506"/>
                <a:gd name="connsiteX1" fmla="*/ 436877 w 2008628"/>
                <a:gd name="connsiteY1" fmla="*/ 0 h 1747506"/>
                <a:gd name="connsiteX2" fmla="*/ 1571752 w 2008628"/>
                <a:gd name="connsiteY2" fmla="*/ 0 h 1747506"/>
                <a:gd name="connsiteX3" fmla="*/ 2008628 w 2008628"/>
                <a:gd name="connsiteY3" fmla="*/ 873753 h 1747506"/>
                <a:gd name="connsiteX4" fmla="*/ 1571752 w 2008628"/>
                <a:gd name="connsiteY4" fmla="*/ 1747506 h 1747506"/>
                <a:gd name="connsiteX5" fmla="*/ 436877 w 2008628"/>
                <a:gd name="connsiteY5" fmla="*/ 1747506 h 1747506"/>
                <a:gd name="connsiteX6" fmla="*/ 0 w 2008628"/>
                <a:gd name="connsiteY6" fmla="*/ 873753 h 174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8628" h="1747506">
                  <a:moveTo>
                    <a:pt x="1004314" y="0"/>
                  </a:moveTo>
                  <a:lnTo>
                    <a:pt x="2008627" y="380083"/>
                  </a:lnTo>
                  <a:lnTo>
                    <a:pt x="2008627" y="1367424"/>
                  </a:lnTo>
                  <a:lnTo>
                    <a:pt x="1004314" y="1747506"/>
                  </a:lnTo>
                  <a:lnTo>
                    <a:pt x="1" y="1367424"/>
                  </a:lnTo>
                  <a:lnTo>
                    <a:pt x="1" y="380083"/>
                  </a:lnTo>
                  <a:lnTo>
                    <a:pt x="100431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98050" tIns="438741" rIns="398050" bIns="438741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3300" kern="12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7E2A1E6-2F70-AF79-F9C0-AEEEAD0EDA9E}"/>
                </a:ext>
              </a:extLst>
            </p:cNvPr>
            <p:cNvSpPr/>
            <p:nvPr/>
          </p:nvSpPr>
          <p:spPr>
            <a:xfrm>
              <a:off x="12128062" y="2701922"/>
              <a:ext cx="1747506" cy="2008628"/>
            </a:xfrm>
            <a:custGeom>
              <a:avLst/>
              <a:gdLst>
                <a:gd name="connsiteX0" fmla="*/ 0 w 2008628"/>
                <a:gd name="connsiteY0" fmla="*/ 873753 h 1747506"/>
                <a:gd name="connsiteX1" fmla="*/ 436877 w 2008628"/>
                <a:gd name="connsiteY1" fmla="*/ 0 h 1747506"/>
                <a:gd name="connsiteX2" fmla="*/ 1571752 w 2008628"/>
                <a:gd name="connsiteY2" fmla="*/ 0 h 1747506"/>
                <a:gd name="connsiteX3" fmla="*/ 2008628 w 2008628"/>
                <a:gd name="connsiteY3" fmla="*/ 873753 h 1747506"/>
                <a:gd name="connsiteX4" fmla="*/ 1571752 w 2008628"/>
                <a:gd name="connsiteY4" fmla="*/ 1747506 h 1747506"/>
                <a:gd name="connsiteX5" fmla="*/ 436877 w 2008628"/>
                <a:gd name="connsiteY5" fmla="*/ 1747506 h 1747506"/>
                <a:gd name="connsiteX6" fmla="*/ 0 w 2008628"/>
                <a:gd name="connsiteY6" fmla="*/ 873753 h 1747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8628" h="1747506">
                  <a:moveTo>
                    <a:pt x="1004314" y="0"/>
                  </a:moveTo>
                  <a:lnTo>
                    <a:pt x="2008627" y="380083"/>
                  </a:lnTo>
                  <a:lnTo>
                    <a:pt x="2008627" y="1367424"/>
                  </a:lnTo>
                  <a:lnTo>
                    <a:pt x="1004314" y="1747506"/>
                  </a:lnTo>
                  <a:lnTo>
                    <a:pt x="1" y="1367424"/>
                  </a:lnTo>
                  <a:lnTo>
                    <a:pt x="1" y="380083"/>
                  </a:lnTo>
                  <a:lnTo>
                    <a:pt x="100431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72320" tIns="313011" rIns="272320" bIns="313011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3600" kern="12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4C4E733-9EE1-F46C-CAAA-8915B136A801}"/>
              </a:ext>
            </a:extLst>
          </p:cNvPr>
          <p:cNvSpPr txBox="1"/>
          <p:nvPr/>
        </p:nvSpPr>
        <p:spPr>
          <a:xfrm>
            <a:off x="1698171" y="3548743"/>
            <a:ext cx="43978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Algerian" panose="04020705040A02060702" pitchFamily="82" charset="0"/>
              </a:rPr>
              <a:t>name – Sneha Gupta</a:t>
            </a:r>
          </a:p>
          <a:p>
            <a:r>
              <a:rPr lang="en-US" i="1" dirty="0">
                <a:latin typeface="Algerian" panose="04020705040A02060702" pitchFamily="82" charset="0"/>
              </a:rPr>
              <a:t>Reg. no – ra2511003010163</a:t>
            </a:r>
          </a:p>
          <a:p>
            <a:r>
              <a:rPr lang="en-US" i="1" dirty="0">
                <a:latin typeface="Algerian" panose="04020705040A02060702" pitchFamily="82" charset="0"/>
              </a:rPr>
              <a:t>Year/semester – first</a:t>
            </a:r>
          </a:p>
          <a:p>
            <a:r>
              <a:rPr lang="en-US" i="1" dirty="0">
                <a:latin typeface="Algerian" panose="04020705040A02060702" pitchFamily="82" charset="0"/>
              </a:rPr>
              <a:t>Branch/section – </a:t>
            </a:r>
            <a:r>
              <a:rPr lang="en-US" i="1" dirty="0" err="1">
                <a:latin typeface="Algerian" panose="04020705040A02060702" pitchFamily="82" charset="0"/>
              </a:rPr>
              <a:t>btech</a:t>
            </a:r>
            <a:r>
              <a:rPr lang="en-US" i="1" dirty="0">
                <a:latin typeface="Algerian" panose="04020705040A02060702" pitchFamily="82" charset="0"/>
              </a:rPr>
              <a:t> </a:t>
            </a:r>
            <a:r>
              <a:rPr lang="en-US" i="1" dirty="0" err="1">
                <a:latin typeface="Algerian" panose="04020705040A02060702" pitchFamily="82" charset="0"/>
              </a:rPr>
              <a:t>cse</a:t>
            </a:r>
            <a:r>
              <a:rPr lang="en-US" i="1" dirty="0">
                <a:latin typeface="Algerian" panose="04020705040A02060702" pitchFamily="82" charset="0"/>
              </a:rPr>
              <a:t> core/ c1</a:t>
            </a:r>
          </a:p>
          <a:p>
            <a:r>
              <a:rPr lang="en-US" i="1" dirty="0">
                <a:latin typeface="Algerian" panose="04020705040A02060702" pitchFamily="82" charset="0"/>
              </a:rPr>
              <a:t>Academic year – 2025-2026 odd semester</a:t>
            </a:r>
          </a:p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344042-1004-74EB-BE75-B1B228F53CE0}"/>
              </a:ext>
            </a:extLst>
          </p:cNvPr>
          <p:cNvSpPr txBox="1"/>
          <p:nvPr/>
        </p:nvSpPr>
        <p:spPr>
          <a:xfrm>
            <a:off x="544286" y="1393416"/>
            <a:ext cx="55517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lgerian" panose="04020705040A02060702" pitchFamily="82" charset="0"/>
              </a:rPr>
              <a:t>EVOLUTION OF ENGINEERING</a:t>
            </a:r>
            <a:endParaRPr lang="en-IN" sz="36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1194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D11039D-B6A7-F3A0-0324-831BFCA22B1C}"/>
              </a:ext>
            </a:extLst>
          </p:cNvPr>
          <p:cNvSpPr/>
          <p:nvPr/>
        </p:nvSpPr>
        <p:spPr>
          <a:xfrm>
            <a:off x="3717273" y="1078943"/>
            <a:ext cx="4757453" cy="4700114"/>
          </a:xfrm>
          <a:prstGeom prst="ellipse">
            <a:avLst/>
          </a:prstGeom>
          <a:solidFill>
            <a:srgbClr val="1A111F">
              <a:alpha val="4900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2AAA8-2A64-9936-8826-8E50F3EE3727}"/>
              </a:ext>
            </a:extLst>
          </p:cNvPr>
          <p:cNvSpPr txBox="1"/>
          <p:nvPr/>
        </p:nvSpPr>
        <p:spPr>
          <a:xfrm>
            <a:off x="4680639" y="3709543"/>
            <a:ext cx="47574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Prehistory</a:t>
            </a:r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Graphic 5" descr="Brontosaurus with solid fill">
            <a:extLst>
              <a:ext uri="{FF2B5EF4-FFF2-40B4-BE49-F238E27FC236}">
                <a16:creationId xmlns:a16="http://schemas.microsoft.com/office/drawing/2014/main" id="{4D03C898-56B8-4AFC-E490-BFE43FAE29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7938" y="2231672"/>
            <a:ext cx="1463591" cy="146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410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FD862C-A780-E907-7D83-F439BFB9677B}"/>
              </a:ext>
            </a:extLst>
          </p:cNvPr>
          <p:cNvSpPr txBox="1"/>
          <p:nvPr/>
        </p:nvSpPr>
        <p:spPr>
          <a:xfrm>
            <a:off x="4648613" y="2192226"/>
            <a:ext cx="172116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Prehistory</a:t>
            </a:r>
            <a:endParaRPr lang="en-IN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IN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Graphic 5" descr="Brontosaurus with solid fill">
            <a:extLst>
              <a:ext uri="{FF2B5EF4-FFF2-40B4-BE49-F238E27FC236}">
                <a16:creationId xmlns:a16="http://schemas.microsoft.com/office/drawing/2014/main" id="{D220216C-ACA9-5E0C-3FDC-DAF0EC3EB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613" y="-239191"/>
            <a:ext cx="2471438" cy="247143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8457E37-5BCA-8F04-EC44-021F7D01A19C}"/>
              </a:ext>
            </a:extLst>
          </p:cNvPr>
          <p:cNvSpPr/>
          <p:nvPr/>
        </p:nvSpPr>
        <p:spPr>
          <a:xfrm>
            <a:off x="-1054245" y="-3580089"/>
            <a:ext cx="14308667" cy="13699066"/>
          </a:xfrm>
          <a:prstGeom prst="ellipse">
            <a:avLst/>
          </a:prstGeom>
          <a:solidFill>
            <a:srgbClr val="1A111F">
              <a:alpha val="4900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dirty="0">
              <a:latin typeface="Bahnschrift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D70667-E59C-9171-57E6-9786DDC2E451}"/>
              </a:ext>
            </a:extLst>
          </p:cNvPr>
          <p:cNvSpPr txBox="1"/>
          <p:nvPr/>
        </p:nvSpPr>
        <p:spPr>
          <a:xfrm>
            <a:off x="1913464" y="2964644"/>
            <a:ext cx="79417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sz="2400" b="1" u="sng" dirty="0">
                <a:solidFill>
                  <a:schemeClr val="bg1"/>
                </a:solidFill>
                <a:latin typeface="Bahnschrift" panose="020B0502040204020203" pitchFamily="34" charset="0"/>
              </a:rPr>
              <a:t>EARLY TOOLS-</a:t>
            </a:r>
          </a:p>
          <a:p>
            <a:pPr algn="ctr"/>
            <a:endParaRPr lang="en-US" u="sng" dirty="0">
              <a:latin typeface="Bahnschrift Light" panose="020B0502040204020203" pitchFamily="34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Arial Narrow" panose="020B0606020202030204" pitchFamily="34" charset="0"/>
              </a:rPr>
              <a:t>Counting stones, tally marks, notched bones.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Arial Narrow" panose="020B0606020202030204" pitchFamily="34" charset="0"/>
              </a:rPr>
              <a:t>Clay tablets for trade &amp; farming records.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Arial Narrow" panose="020B0606020202030204" pitchFamily="34" charset="0"/>
              </a:rPr>
              <a:t>Purpose: survival, basic arithmetic</a:t>
            </a:r>
            <a:r>
              <a:rPr lang="en-US" sz="2400" u="sng" dirty="0">
                <a:solidFill>
                  <a:schemeClr val="bg1"/>
                </a:solidFill>
                <a:latin typeface="Arial Narrow" panose="020B0606020202030204" pitchFamily="34" charset="0"/>
              </a:rPr>
              <a:t>.</a:t>
            </a:r>
            <a:endParaRPr lang="en-IN" sz="24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C3CEB3-00FF-63C8-A912-491D28E278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894" y="855968"/>
            <a:ext cx="3129915" cy="212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3756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4FA7A93-2919-0CCF-0A20-D3FA0E302548}"/>
              </a:ext>
            </a:extLst>
          </p:cNvPr>
          <p:cNvSpPr/>
          <p:nvPr/>
        </p:nvSpPr>
        <p:spPr>
          <a:xfrm>
            <a:off x="3717273" y="1078943"/>
            <a:ext cx="4757453" cy="4700114"/>
          </a:xfrm>
          <a:prstGeom prst="ellipse">
            <a:avLst/>
          </a:prstGeom>
          <a:solidFill>
            <a:srgbClr val="1A111F">
              <a:alpha val="4900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BF8E40-77EA-3BEA-47FC-EA967D72240E}"/>
              </a:ext>
            </a:extLst>
          </p:cNvPr>
          <p:cNvSpPr txBox="1"/>
          <p:nvPr/>
        </p:nvSpPr>
        <p:spPr>
          <a:xfrm>
            <a:off x="4680639" y="3709543"/>
            <a:ext cx="47574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Medieval</a:t>
            </a:r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Graphic 7" descr="Crown with solid fill">
            <a:extLst>
              <a:ext uri="{FF2B5EF4-FFF2-40B4-BE49-F238E27FC236}">
                <a16:creationId xmlns:a16="http://schemas.microsoft.com/office/drawing/2014/main" id="{BE577548-8EF1-7881-CB95-67FBC9179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1732" y="2040467"/>
            <a:ext cx="1388533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7337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C50E704-B3F1-3309-69CB-9A85DD8FFEC3}"/>
              </a:ext>
            </a:extLst>
          </p:cNvPr>
          <p:cNvSpPr/>
          <p:nvPr/>
        </p:nvSpPr>
        <p:spPr>
          <a:xfrm>
            <a:off x="-1466749" y="-3548732"/>
            <a:ext cx="15125497" cy="13955463"/>
          </a:xfrm>
          <a:prstGeom prst="ellipse">
            <a:avLst/>
          </a:prstGeom>
          <a:solidFill>
            <a:srgbClr val="1A111F">
              <a:alpha val="4900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924F5C-2F79-D3F1-8DBF-EC6C2F2182DF}"/>
              </a:ext>
            </a:extLst>
          </p:cNvPr>
          <p:cNvSpPr txBox="1"/>
          <p:nvPr/>
        </p:nvSpPr>
        <p:spPr>
          <a:xfrm>
            <a:off x="4752401" y="1834873"/>
            <a:ext cx="146005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Medieval</a:t>
            </a:r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Graphic 3" descr="Crown with solid fill">
            <a:extLst>
              <a:ext uri="{FF2B5EF4-FFF2-40B4-BE49-F238E27FC236}">
                <a16:creationId xmlns:a16="http://schemas.microsoft.com/office/drawing/2014/main" id="{25FB12EB-10E0-843C-0E0B-890D4BE16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3881" y="-149364"/>
            <a:ext cx="1984237" cy="19842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B5FCED-BA7F-620E-95FC-3B419F52BE7E}"/>
              </a:ext>
            </a:extLst>
          </p:cNvPr>
          <p:cNvSpPr txBox="1"/>
          <p:nvPr/>
        </p:nvSpPr>
        <p:spPr>
          <a:xfrm>
            <a:off x="2607733" y="3158312"/>
            <a:ext cx="679026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bg1"/>
                </a:solidFill>
                <a:latin typeface="Arial Rounded MT Bold" panose="020F0704030504030204" pitchFamily="34" charset="0"/>
              </a:rPr>
              <a:t>ALGORITHMS AND PHILOSOPHY-</a:t>
            </a:r>
          </a:p>
          <a:p>
            <a:pPr algn="ctr"/>
            <a:endParaRPr lang="en-US" sz="2000" u="sng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sz="2000" u="sng" dirty="0">
                <a:solidFill>
                  <a:schemeClr val="bg1"/>
                </a:solidFill>
                <a:latin typeface="Arial Rounded MT Bold" panose="020F0704030504030204" pitchFamily="34" charset="0"/>
              </a:rPr>
              <a:t>Al-Khwarizmi → algebra &amp; algorithms.</a:t>
            </a:r>
          </a:p>
          <a:p>
            <a:pPr algn="ctr"/>
            <a:endParaRPr lang="en-US" sz="2000" u="sng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sz="2000" u="sng" dirty="0">
                <a:solidFill>
                  <a:schemeClr val="bg1"/>
                </a:solidFill>
                <a:latin typeface="Arial Rounded MT Bold" panose="020F0704030504030204" pitchFamily="34" charset="0"/>
              </a:rPr>
              <a:t>Fibonacci → number sequences in Europe.</a:t>
            </a:r>
          </a:p>
          <a:p>
            <a:pPr algn="ctr"/>
            <a:endParaRPr lang="en-US" sz="2000" u="sng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sz="2000" u="sng" dirty="0">
                <a:solidFill>
                  <a:schemeClr val="bg1"/>
                </a:solidFill>
                <a:latin typeface="Arial Rounded MT Bold" panose="020F0704030504030204" pitchFamily="34" charset="0"/>
              </a:rPr>
              <a:t>Manuscripts preserved mathematical logic.</a:t>
            </a:r>
          </a:p>
          <a:p>
            <a:pPr algn="ctr"/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2085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04CFE99-C770-6C0C-74FB-031AA76CA0E9}"/>
              </a:ext>
            </a:extLst>
          </p:cNvPr>
          <p:cNvSpPr/>
          <p:nvPr/>
        </p:nvSpPr>
        <p:spPr>
          <a:xfrm>
            <a:off x="3717273" y="1078943"/>
            <a:ext cx="4757453" cy="4700114"/>
          </a:xfrm>
          <a:prstGeom prst="ellipse">
            <a:avLst/>
          </a:prstGeom>
          <a:solidFill>
            <a:srgbClr val="1A111F">
              <a:alpha val="4900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F8EF1C-572A-AAFC-FB18-168328E6A8A8}"/>
              </a:ext>
            </a:extLst>
          </p:cNvPr>
          <p:cNvSpPr txBox="1"/>
          <p:nvPr/>
        </p:nvSpPr>
        <p:spPr>
          <a:xfrm>
            <a:off x="4744139" y="3531743"/>
            <a:ext cx="47574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Present</a:t>
            </a:r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Graphic 8" descr="Robot with solid fill">
            <a:extLst>
              <a:ext uri="{FF2B5EF4-FFF2-40B4-BE49-F238E27FC236}">
                <a16:creationId xmlns:a16="http://schemas.microsoft.com/office/drawing/2014/main" id="{C88DF593-17EA-D86E-794D-60FEFCCA9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4280" y="2105561"/>
            <a:ext cx="1323439" cy="132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3673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199505A-6341-EA6E-DA6F-697F51643157}"/>
              </a:ext>
            </a:extLst>
          </p:cNvPr>
          <p:cNvSpPr/>
          <p:nvPr/>
        </p:nvSpPr>
        <p:spPr>
          <a:xfrm>
            <a:off x="-1231900" y="-4214311"/>
            <a:ext cx="15176499" cy="14143622"/>
          </a:xfrm>
          <a:prstGeom prst="ellipse">
            <a:avLst/>
          </a:prstGeom>
          <a:solidFill>
            <a:srgbClr val="1A111F">
              <a:alpha val="4900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2693C-9734-8E55-8A42-6F490E1939BD}"/>
              </a:ext>
            </a:extLst>
          </p:cNvPr>
          <p:cNvSpPr txBox="1"/>
          <p:nvPr/>
        </p:nvSpPr>
        <p:spPr>
          <a:xfrm>
            <a:off x="4934639" y="1323439"/>
            <a:ext cx="47574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Present</a:t>
            </a:r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Graphic 3" descr="Robot with solid fill">
            <a:extLst>
              <a:ext uri="{FF2B5EF4-FFF2-40B4-BE49-F238E27FC236}">
                <a16:creationId xmlns:a16="http://schemas.microsoft.com/office/drawing/2014/main" id="{8BF6D597-22C8-E721-492B-D63C6862D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4280" y="0"/>
            <a:ext cx="1323439" cy="13234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29FC8B-63E4-71E1-51A4-750DA3202103}"/>
              </a:ext>
            </a:extLst>
          </p:cNvPr>
          <p:cNvSpPr txBox="1"/>
          <p:nvPr/>
        </p:nvSpPr>
        <p:spPr>
          <a:xfrm>
            <a:off x="2044700" y="2832100"/>
            <a:ext cx="8293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ELECTRONIC AGE-</a:t>
            </a:r>
          </a:p>
          <a:p>
            <a:pPr algn="ctr"/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  <a:t>Microprocessors, supercomputers, GPUs.</a:t>
            </a:r>
          </a:p>
          <a:p>
            <a:pPr algn="ctr"/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Everyday use: smartphones, cloud, IoT.</a:t>
            </a:r>
          </a:p>
          <a:p>
            <a:pPr algn="ctr"/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  <a:t>Philosophy: speed, efficiency, global access</a:t>
            </a:r>
            <a:r>
              <a:rPr lang="en-IN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7673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2E6EF-76CF-A514-0965-B48C5BC46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C9780DF-FB43-CB5B-496B-AC7491D86E63}"/>
              </a:ext>
            </a:extLst>
          </p:cNvPr>
          <p:cNvSpPr/>
          <p:nvPr/>
        </p:nvSpPr>
        <p:spPr>
          <a:xfrm>
            <a:off x="-1231900" y="-4214311"/>
            <a:ext cx="15176499" cy="14143622"/>
          </a:xfrm>
          <a:prstGeom prst="ellipse">
            <a:avLst/>
          </a:prstGeom>
          <a:solidFill>
            <a:srgbClr val="1A111F">
              <a:alpha val="4900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920CCC-952B-8DC2-8A16-68444E9CCCF0}"/>
              </a:ext>
            </a:extLst>
          </p:cNvPr>
          <p:cNvSpPr txBox="1"/>
          <p:nvPr/>
        </p:nvSpPr>
        <p:spPr>
          <a:xfrm>
            <a:off x="4934639" y="1323439"/>
            <a:ext cx="47574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Present</a:t>
            </a:r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Graphic 3" descr="Robot with solid fill">
            <a:extLst>
              <a:ext uri="{FF2B5EF4-FFF2-40B4-BE49-F238E27FC236}">
                <a16:creationId xmlns:a16="http://schemas.microsoft.com/office/drawing/2014/main" id="{969712B9-1BE1-1ACE-D0DA-0DA573436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4280" y="0"/>
            <a:ext cx="1323439" cy="13234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0AF924-932A-D696-59B3-1A0138904D46}"/>
              </a:ext>
            </a:extLst>
          </p:cNvPr>
          <p:cNvSpPr txBox="1"/>
          <p:nvPr/>
        </p:nvSpPr>
        <p:spPr>
          <a:xfrm>
            <a:off x="2044700" y="2832100"/>
            <a:ext cx="8293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7BFB90-DB11-4D65-FCA1-9069E7B2E2DE}"/>
              </a:ext>
            </a:extLst>
          </p:cNvPr>
          <p:cNvSpPr txBox="1"/>
          <p:nvPr/>
        </p:nvSpPr>
        <p:spPr>
          <a:xfrm>
            <a:off x="1689099" y="2646878"/>
            <a:ext cx="93345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Artificial Intelligence → automation, decision-making.</a:t>
            </a:r>
          </a:p>
          <a:p>
            <a:pPr algn="ctr"/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  <a:t>Quantum computing → solving complex problems.</a:t>
            </a:r>
          </a:p>
          <a:p>
            <a:pPr algn="ctr"/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  <a:t>Philosophy: ethics, sustainability, responsibility.</a:t>
            </a:r>
          </a:p>
          <a:p>
            <a:pPr algn="ctr"/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9955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ADFF8C5-E008-54A7-F4AB-6C54F9E2BF72}"/>
              </a:ext>
            </a:extLst>
          </p:cNvPr>
          <p:cNvSpPr/>
          <p:nvPr/>
        </p:nvSpPr>
        <p:spPr>
          <a:xfrm>
            <a:off x="3717273" y="1078943"/>
            <a:ext cx="4757453" cy="4700114"/>
          </a:xfrm>
          <a:prstGeom prst="ellipse">
            <a:avLst/>
          </a:prstGeom>
          <a:solidFill>
            <a:srgbClr val="1A111F">
              <a:alpha val="4900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ED8D0-AFC1-2C27-A9E4-6D1B0D509E65}"/>
              </a:ext>
            </a:extLst>
          </p:cNvPr>
          <p:cNvSpPr txBox="1"/>
          <p:nvPr/>
        </p:nvSpPr>
        <p:spPr>
          <a:xfrm>
            <a:off x="4452039" y="3429000"/>
            <a:ext cx="47574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Comparison</a:t>
            </a:r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Graphic 5" descr="Venn diagram with solid fill">
            <a:extLst>
              <a:ext uri="{FF2B5EF4-FFF2-40B4-BE49-F238E27FC236}">
                <a16:creationId xmlns:a16="http://schemas.microsoft.com/office/drawing/2014/main" id="{05B31CC2-0631-6752-1CA2-4735C35AA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4279" y="2207161"/>
            <a:ext cx="1323439" cy="132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495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F68BCB9-46A2-A71E-D9A2-E969D9BD3ACF}"/>
              </a:ext>
            </a:extLst>
          </p:cNvPr>
          <p:cNvSpPr/>
          <p:nvPr/>
        </p:nvSpPr>
        <p:spPr>
          <a:xfrm>
            <a:off x="-1221114" y="-3530600"/>
            <a:ext cx="14862827" cy="13144500"/>
          </a:xfrm>
          <a:prstGeom prst="ellipse">
            <a:avLst/>
          </a:prstGeom>
          <a:solidFill>
            <a:srgbClr val="1A111F">
              <a:alpha val="4900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C5530A-3A8E-23F8-8D1A-4161ED1B1FF3}"/>
              </a:ext>
            </a:extLst>
          </p:cNvPr>
          <p:cNvSpPr txBox="1"/>
          <p:nvPr/>
        </p:nvSpPr>
        <p:spPr>
          <a:xfrm>
            <a:off x="4378993" y="1079500"/>
            <a:ext cx="47574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Comparison</a:t>
            </a:r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Graphic 3" descr="Venn diagram with solid fill">
            <a:extLst>
              <a:ext uri="{FF2B5EF4-FFF2-40B4-BE49-F238E27FC236}">
                <a16:creationId xmlns:a16="http://schemas.microsoft.com/office/drawing/2014/main" id="{96ED320D-07C2-67AC-5C32-E0E1B17F2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4280" y="0"/>
            <a:ext cx="1323439" cy="1323439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FAC600-6F44-16B3-871A-74D126738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625092"/>
              </p:ext>
            </p:extLst>
          </p:nvPr>
        </p:nvGraphicFramePr>
        <p:xfrm>
          <a:off x="571500" y="2159000"/>
          <a:ext cx="10985500" cy="402589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46375">
                  <a:extLst>
                    <a:ext uri="{9D8B030D-6E8A-4147-A177-3AD203B41FA5}">
                      <a16:colId xmlns:a16="http://schemas.microsoft.com/office/drawing/2014/main" val="609106347"/>
                    </a:ext>
                  </a:extLst>
                </a:gridCol>
                <a:gridCol w="2746375">
                  <a:extLst>
                    <a:ext uri="{9D8B030D-6E8A-4147-A177-3AD203B41FA5}">
                      <a16:colId xmlns:a16="http://schemas.microsoft.com/office/drawing/2014/main" val="896774405"/>
                    </a:ext>
                  </a:extLst>
                </a:gridCol>
                <a:gridCol w="2746375">
                  <a:extLst>
                    <a:ext uri="{9D8B030D-6E8A-4147-A177-3AD203B41FA5}">
                      <a16:colId xmlns:a16="http://schemas.microsoft.com/office/drawing/2014/main" val="3077987860"/>
                    </a:ext>
                  </a:extLst>
                </a:gridCol>
                <a:gridCol w="2746375">
                  <a:extLst>
                    <a:ext uri="{9D8B030D-6E8A-4147-A177-3AD203B41FA5}">
                      <a16:colId xmlns:a16="http://schemas.microsoft.com/office/drawing/2014/main" val="1279174736"/>
                    </a:ext>
                  </a:extLst>
                </a:gridCol>
              </a:tblGrid>
              <a:tr h="105730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ERA</a:t>
                      </a:r>
                      <a:endParaRPr lang="en-IN" sz="1800" dirty="0">
                        <a:solidFill>
                          <a:schemeClr val="bg1"/>
                        </a:solidFill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METHODS</a:t>
                      </a:r>
                      <a:endParaRPr lang="en-IN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IN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PHILOSOPHY</a:t>
                      </a:r>
                      <a:endParaRPr lang="en-IN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288531"/>
                  </a:ext>
                </a:extLst>
              </a:tr>
              <a:tr h="98953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PREHISTORY</a:t>
                      </a:r>
                      <a:endParaRPr lang="en-IN" sz="1800" b="1" dirty="0">
                        <a:solidFill>
                          <a:schemeClr val="bg1"/>
                        </a:solidFill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Comic Sans MS" panose="030F0702030302020204" pitchFamily="66" charset="0"/>
                        </a:rPr>
                        <a:t>Tally,Abacus</a:t>
                      </a:r>
                      <a:endParaRPr lang="en-IN" sz="1800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Comic Sans MS" panose="030F0702030302020204" pitchFamily="66" charset="0"/>
                        </a:rPr>
                        <a:t>Survival,Trade</a:t>
                      </a:r>
                      <a:endParaRPr lang="en-IN" sz="1800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omic Sans MS" panose="030F0702030302020204" pitchFamily="66" charset="0"/>
                        </a:rPr>
                        <a:t>Count to survive</a:t>
                      </a:r>
                      <a:endParaRPr lang="en-IN" sz="1800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777005"/>
                  </a:ext>
                </a:extLst>
              </a:tr>
              <a:tr h="98953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MEDIEVAL</a:t>
                      </a:r>
                      <a:endParaRPr lang="en-IN" sz="1800" b="1" dirty="0">
                        <a:solidFill>
                          <a:schemeClr val="bg1"/>
                        </a:solidFill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Comic Sans MS" panose="030F0702030302020204" pitchFamily="66" charset="0"/>
                        </a:rPr>
                        <a:t>Clocks,Algorithm</a:t>
                      </a:r>
                      <a:endParaRPr lang="en-IN" sz="1800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Comic Sans MS" panose="030F0702030302020204" pitchFamily="66" charset="0"/>
                        </a:rPr>
                        <a:t>Power,Religion</a:t>
                      </a:r>
                      <a:endParaRPr lang="en-IN" sz="1800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omic Sans MS" panose="030F0702030302020204" pitchFamily="66" charset="0"/>
                        </a:rPr>
                        <a:t>Calculate to dominate</a:t>
                      </a:r>
                      <a:endParaRPr lang="en-IN" sz="1800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061637"/>
                  </a:ext>
                </a:extLst>
              </a:tr>
              <a:tr h="98953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bg1"/>
                          </a:solidFill>
                          <a:latin typeface="Comic Sans MS" panose="030F0702030302020204" pitchFamily="66" charset="0"/>
                        </a:rPr>
                        <a:t>Computers,AI</a:t>
                      </a:r>
                      <a:endParaRPr lang="en-IN" sz="1800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omic Sans MS" panose="030F0702030302020204" pitchFamily="66" charset="0"/>
                        </a:rPr>
                        <a:t>All human activity</a:t>
                      </a:r>
                      <a:endParaRPr lang="en-IN" sz="1800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  <a:latin typeface="Comic Sans MS" panose="030F0702030302020204" pitchFamily="66" charset="0"/>
                        </a:rPr>
                        <a:t>Computation=civilization</a:t>
                      </a:r>
                      <a:endParaRPr lang="en-IN" sz="1800" dirty="0">
                        <a:solidFill>
                          <a:schemeClr val="bg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580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0345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2293EEC-422C-275F-082E-DF335C94BC5F}"/>
              </a:ext>
            </a:extLst>
          </p:cNvPr>
          <p:cNvSpPr/>
          <p:nvPr/>
        </p:nvSpPr>
        <p:spPr>
          <a:xfrm>
            <a:off x="3717273" y="963440"/>
            <a:ext cx="4757453" cy="4700114"/>
          </a:xfrm>
          <a:prstGeom prst="ellipse">
            <a:avLst/>
          </a:prstGeom>
          <a:solidFill>
            <a:srgbClr val="1A111F">
              <a:alpha val="4900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51793-EB1A-5E57-96B9-5FD491179C23}"/>
              </a:ext>
            </a:extLst>
          </p:cNvPr>
          <p:cNvSpPr txBox="1"/>
          <p:nvPr/>
        </p:nvSpPr>
        <p:spPr>
          <a:xfrm>
            <a:off x="4452039" y="3429000"/>
            <a:ext cx="47574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Conclusion</a:t>
            </a:r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Graphic 5" descr="Clipboard with solid fill">
            <a:extLst>
              <a:ext uri="{FF2B5EF4-FFF2-40B4-BE49-F238E27FC236}">
                <a16:creationId xmlns:a16="http://schemas.microsoft.com/office/drawing/2014/main" id="{5C7F76D9-4EC8-64C4-4DA3-367B189E80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5999" y="1907884"/>
            <a:ext cx="1220002" cy="122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851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0">
        <p159:morph option="byObject"/>
      </p:transition>
    </mc:Choice>
    <mc:Fallback>
      <p:transition spd="slow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B1ED12-F1DF-7598-5361-4EBAE254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FE460D8-E9EE-A3C0-35CE-1EA87E021240}"/>
              </a:ext>
            </a:extLst>
          </p:cNvPr>
          <p:cNvSpPr/>
          <p:nvPr/>
        </p:nvSpPr>
        <p:spPr>
          <a:xfrm>
            <a:off x="-2115726" y="-3923869"/>
            <a:ext cx="16171760" cy="15451401"/>
          </a:xfrm>
          <a:prstGeom prst="ellipse">
            <a:avLst/>
          </a:prstGeom>
          <a:solidFill>
            <a:srgbClr val="1A111F">
              <a:alpha val="4900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4244A4-3DDB-6FA8-C870-386F01582747}"/>
              </a:ext>
            </a:extLst>
          </p:cNvPr>
          <p:cNvSpPr txBox="1"/>
          <p:nvPr/>
        </p:nvSpPr>
        <p:spPr>
          <a:xfrm>
            <a:off x="4595475" y="1263227"/>
            <a:ext cx="47574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Conclusion</a:t>
            </a:r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Graphic 5" descr="Clipboard with solid fill">
            <a:extLst>
              <a:ext uri="{FF2B5EF4-FFF2-40B4-BE49-F238E27FC236}">
                <a16:creationId xmlns:a16="http://schemas.microsoft.com/office/drawing/2014/main" id="{CC5C8C52-6579-F7A9-4002-7C0286919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3776" y="258779"/>
            <a:ext cx="1004448" cy="10044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26AB9D-B2B3-3709-5A61-F4C3CFFC1E8E}"/>
              </a:ext>
            </a:extLst>
          </p:cNvPr>
          <p:cNvSpPr txBox="1"/>
          <p:nvPr/>
        </p:nvSpPr>
        <p:spPr>
          <a:xfrm>
            <a:off x="2336800" y="3048000"/>
            <a:ext cx="7569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Evolution = from survival → power → global intelligence.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Computation isn’t just a tool anymore — it defines modern life.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Future: AI &amp; quantum → ethics + responsibility.(Visual: future tech glowing.)</a:t>
            </a:r>
          </a:p>
        </p:txBody>
      </p:sp>
    </p:spTree>
    <p:extLst>
      <p:ext uri="{BB962C8B-B14F-4D97-AF65-F5344CB8AC3E}">
        <p14:creationId xmlns:p14="http://schemas.microsoft.com/office/powerpoint/2010/main" val="9680959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213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Algerian</vt:lpstr>
      <vt:lpstr>Arial</vt:lpstr>
      <vt:lpstr>Arial Black</vt:lpstr>
      <vt:lpstr>Arial Narrow</vt:lpstr>
      <vt:lpstr>Arial Rounded MT Bold</vt:lpstr>
      <vt:lpstr>Bahnschrift</vt:lpstr>
      <vt:lpstr>Bahnschrift Light</vt:lpstr>
      <vt:lpstr>Calibri</vt:lpstr>
      <vt:lpstr>Calibri Light</vt:lpstr>
      <vt:lpstr>Cascadia Code SemiBold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Gupta</dc:creator>
  <cp:lastModifiedBy>Sneha Gupta</cp:lastModifiedBy>
  <cp:revision>1</cp:revision>
  <dcterms:created xsi:type="dcterms:W3CDTF">2025-08-21T08:56:13Z</dcterms:created>
  <dcterms:modified xsi:type="dcterms:W3CDTF">2025-08-21T17:14:59Z</dcterms:modified>
</cp:coreProperties>
</file>